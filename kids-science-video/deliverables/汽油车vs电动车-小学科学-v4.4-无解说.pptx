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480ea351-4bd0-0070-1d36-8f2e8861fbeb}">
          <p14:sldIdLst>
            <p14:sldId id="256"/>
          </p14:sldIdLst>
        </p14:section>
        <p14:section name="汽油车" id="{44df4f37-727d-1f5a-6631-6fd363f98762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390524c6-ec7f-b1c5-914f-874e8d435615}">
          <p14:sldIdLst>
            <p14:sldId id="265"/>
            <p14:sldId id="266"/>
            <p14:sldId id="267"/>
            <p14:sldId id="268"/>
          </p14:sldIdLst>
        </p14:section>
        <p14:section name="比一比" id="{80a100f0-e392-aa31-438c-c30bb0e3e11b}">
          <p14:sldIdLst>
            <p14:sldId id="269"/>
            <p14:sldId id="270"/>
          </p14:sldIdLst>
        </p14:section>
        <p14:section name="中国汽车" id="{98b26fa2-d8aa-3058-7998-d0c0ae16273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大家好！今天，我想带大家钻进汽车的肚子里，看看汽油车和新能源车，到底藏着什么秘密！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第一站，我们先来看看这辆橙色的汽油车！它靠什么跑起来呢？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你们看，这是油箱，它藏在后排座椅下面。里面的油泵就像一根吸管，负责把汽油送到发动机里。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有了汽油，就轮到“大力士”发动机出场啦！火花塞点火，汽油烧起来，推动活塞上上下下，汽车就有力气啦！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光有力气还不够，还得有变速箱帮忙。它里面有好多大大小小的齿轮，起步的时候用大力气，加速的时候就换个挡，就像我们骑变速自行车一样！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接着，这根长长的传动轴，把力量传给车轮，车轮一转，车子就向前冲啦！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可是，发动机工作久了，烫得像发烧一样怎么办？别怕，车头的散热器会吹风降温，帮它退烧！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还有机油系统，它能让里面的金属零件变得滑溜溜的，怎么转都不会磨坏。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最后，产生的废气从排气管排出去，消声器还能把“轰隆隆”的吵闹声变小。哇，汽油车要这么多零件一起帮忙才能跑，真是太复杂啦！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看完了汽油车，接下来我们来看看绿色的新能源车！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新能源车是不需要汽油的，它的动力来源是电池包。你们看，这一大块就是电池包，它就像一个超级大的充电宝，专门负责存电。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电池把电送给电机，电机就有力转起来，直接就能带着车轮跑！因为电动车根本不用烧油，所以——它没有排气管！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那谁来指挥电机呢？就是这个“电控大脑”！它特别聪明，随时告诉电机现在是该快还是该慢！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现在，我们把两辆车放在一起比一比！你们看，橙色汽油车的肚子里密密麻麻，零件好多好多；绿色新能源车的零件却少少的。零件越少，车子就越不容易坏！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因为电动车既聪明又环保，现在我们中国的新能源车越来越多啦！以前在2021年，每卖出十辆新车，只有一辆是新能源车；到了2023年变成了三辆；再到2025年，十辆新车里差不多有五辆都是新能源车，占了一半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中国造的新能源车还开到了全世界！开一辆新能源车，一年减少的废气，相当于帮地球种下了50棵大树！2025年卖到外国的新能源车，一年就像种了1亿多棵树！等我长大了，我也想造出更酷、更厉害的新能源车，让我们的地球变得更绿、更美！
我的分享结束，谢谢大家！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4-1.mp4"/><Relationship Id="rId2" Type="http://schemas.microsoft.com/office/2007/relationships/media" Target="../media/media-14-1.mp4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image" Target="../media/image-15-2.png"/><Relationship Id="rId7" Type="http://schemas.openxmlformats.org/officeDocument/2006/relationships/image" Target="../media/image-15-2.png"/><Relationship Id="rId8" Type="http://schemas.openxmlformats.org/officeDocument/2006/relationships/image" Target="../media/image-15-2.png"/><Relationship Id="rId9" Type="http://schemas.openxmlformats.org/officeDocument/2006/relationships/image" Target="../media/image-15-2.png"/><Relationship Id="rId10" Type="http://schemas.openxmlformats.org/officeDocument/2006/relationships/image" Target="../media/image-15-2.png"/><Relationship Id="rId11" Type="http://schemas.openxmlformats.org/officeDocument/2006/relationships/image" Target="../media/image-15-1.png"/><Relationship Id="rId12" Type="http://schemas.openxmlformats.org/officeDocument/2006/relationships/image" Target="../media/image-15-1.png"/><Relationship Id="rId13" Type="http://schemas.openxmlformats.org/officeDocument/2006/relationships/image" Target="../media/image-15-1.png"/><Relationship Id="rId14" Type="http://schemas.openxmlformats.org/officeDocument/2006/relationships/image" Target="../media/image-15-2.png"/><Relationship Id="rId15" Type="http://schemas.openxmlformats.org/officeDocument/2006/relationships/image" Target="../media/image-15-2.png"/><Relationship Id="rId16" Type="http://schemas.openxmlformats.org/officeDocument/2006/relationships/image" Target="../media/image-15-2.png"/><Relationship Id="rId17" Type="http://schemas.openxmlformats.org/officeDocument/2006/relationships/image" Target="../media/image-15-2.png"/><Relationship Id="rId18" Type="http://schemas.openxmlformats.org/officeDocument/2006/relationships/image" Target="../media/image-15-2.png"/><Relationship Id="rId19" Type="http://schemas.openxmlformats.org/officeDocument/2006/relationships/image" Target="../media/image-15-2.png"/><Relationship Id="rId20" Type="http://schemas.openxmlformats.org/officeDocument/2006/relationships/image" Target="../media/image-15-2.png"/><Relationship Id="rId21" Type="http://schemas.openxmlformats.org/officeDocument/2006/relationships/image" Target="../media/image-15-1.png"/><Relationship Id="rId22" Type="http://schemas.openxmlformats.org/officeDocument/2006/relationships/image" Target="../media/image-15-1.png"/><Relationship Id="rId23" Type="http://schemas.openxmlformats.org/officeDocument/2006/relationships/image" Target="../media/image-15-1.png"/><Relationship Id="rId24" Type="http://schemas.openxmlformats.org/officeDocument/2006/relationships/image" Target="../media/image-15-1.png"/><Relationship Id="rId25" Type="http://schemas.openxmlformats.org/officeDocument/2006/relationships/image" Target="../media/image-15-1.png"/><Relationship Id="rId26" Type="http://schemas.openxmlformats.org/officeDocument/2006/relationships/image" Target="../media/image-15-2.png"/><Relationship Id="rId27" Type="http://schemas.openxmlformats.org/officeDocument/2006/relationships/image" Target="../media/image-15-2.png"/><Relationship Id="rId28" Type="http://schemas.openxmlformats.org/officeDocument/2006/relationships/image" Target="../media/image-15-2.png"/><Relationship Id="rId29" Type="http://schemas.openxmlformats.org/officeDocument/2006/relationships/image" Target="../media/image-15-2.png"/><Relationship Id="rId30" Type="http://schemas.openxmlformats.org/officeDocument/2006/relationships/image" Target="../media/image-15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2.png"/><Relationship Id="rId12" Type="http://schemas.openxmlformats.org/officeDocument/2006/relationships/image" Target="../media/image-16-2.png"/><Relationship Id="rId13" Type="http://schemas.openxmlformats.org/officeDocument/2006/relationships/image" Target="../media/image-16-2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2.png"/><Relationship Id="rId22" Type="http://schemas.openxmlformats.org/officeDocument/2006/relationships/image" Target="../media/image-16-2.png"/><Relationship Id="rId23" Type="http://schemas.openxmlformats.org/officeDocument/2006/relationships/image" Target="../media/image-16-2.png"/><Relationship Id="rId24" Type="http://schemas.openxmlformats.org/officeDocument/2006/relationships/image" Target="../media/image-16-2.png"/><Relationship Id="rId25" Type="http://schemas.openxmlformats.org/officeDocument/2006/relationships/image" Target="../media/image-16-2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image" Target="../media/image-16-2.png"/><Relationship Id="rId32" Type="http://schemas.openxmlformats.org/officeDocument/2006/relationships/image" Target="../media/image-16-2.png"/><Relationship Id="rId33" Type="http://schemas.openxmlformats.org/officeDocument/2006/relationships/image" Target="../media/image-16-2.png"/><Relationship Id="rId34" Type="http://schemas.openxmlformats.org/officeDocument/2006/relationships/image" Target="../media/image-16-2.png"/><Relationship Id="rId35" Type="http://schemas.openxmlformats.org/officeDocument/2006/relationships/image" Target="../media/image-16-2.png"/><Relationship Id="rId36" Type="http://schemas.openxmlformats.org/officeDocument/2006/relationships/image" Target="../media/image-16-2.png"/><Relationship Id="rId37" Type="http://schemas.openxmlformats.org/officeDocument/2006/relationships/image" Target="../media/image-16-2.png"/><Relationship Id="rId38" Type="http://schemas.openxmlformats.org/officeDocument/2006/relationships/image" Target="../media/image-16-2.png"/><Relationship Id="rId39" Type="http://schemas.openxmlformats.org/officeDocument/2006/relationships/image" Target="../media/image-16-2.png"/><Relationship Id="rId40" Type="http://schemas.openxmlformats.org/officeDocument/2006/relationships/image" Target="../media/image-16-2.png"/><Relationship Id="rId41" Type="http://schemas.openxmlformats.org/officeDocument/2006/relationships/image" Target="../media/image-16-2.png"/><Relationship Id="rId42" Type="http://schemas.openxmlformats.org/officeDocument/2006/relationships/image" Target="../media/image-16-2.png"/><Relationship Id="rId43" Type="http://schemas.openxmlformats.org/officeDocument/2006/relationships/image" Target="../media/image-16-2.png"/><Relationship Id="rId44" Type="http://schemas.openxmlformats.org/officeDocument/2006/relationships/image" Target="../media/image-16-2.png"/><Relationship Id="rId45" Type="http://schemas.openxmlformats.org/officeDocument/2006/relationships/image" Target="../media/image-16-2.png"/><Relationship Id="rId46" Type="http://schemas.openxmlformats.org/officeDocument/2006/relationships/image" Target="../media/image-16-2.png"/><Relationship Id="rId47" Type="http://schemas.openxmlformats.org/officeDocument/2006/relationships/image" Target="../media/image-16-2.png"/><Relationship Id="rId48" Type="http://schemas.openxmlformats.org/officeDocument/2006/relationships/image" Target="../media/image-16-2.png"/><Relationship Id="rId49" Type="http://schemas.openxmlformats.org/officeDocument/2006/relationships/image" Target="../media/image-16-2.png"/><Relationship Id="rId50" Type="http://schemas.openxmlformats.org/officeDocument/2006/relationships/image" Target="../media/image-16-2.png"/><Relationship Id="rId51" Type="http://schemas.openxmlformats.org/officeDocument/2006/relationships/image" Target="../media/image-16-2.png"/><Relationship Id="rId52" Type="http://schemas.openxmlformats.org/officeDocument/2006/relationships/image" Target="../media/image-16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g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储存汽油，藏在后排座椅下，油泵送油 → 发动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这个是油箱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储存汽油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藏在后排座椅下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油泵送油 → 发动机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，① 火花塞点火，② 汽油燃烧，③ 活塞上下跑，④ 曲轴转起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86438"/>
                </a:solidFill>
              </a:rPr>
              <a:t>这个是发动机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① 火花塞点火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② 汽油燃烧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③ 活塞上下跑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④ 曲轴转起来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，齿轮换挡，低挡：力气大，起步，高挡：转得快，快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这个是变速箱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齿轮换挡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低挡：力气大，起步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高挡：转得快，快跑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，传递转动，变速箱 → 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这个是传动轴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传递转动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变速箱 → 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，给发动机降温，冷却液 + 风 → 变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这个是散热器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给发动机降温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冷却液 + 风 → 变凉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，润滑零件，减少摩擦和磨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这个是机油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润滑零件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减少摩擦和磨损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，排出废气，消声器：声音变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这个是排气管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排出废气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消声器：声音变小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储存电能，许多小电池组成，平铺在车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这个是电池包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储存电能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许多小电池组成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平铺在车底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，电能 → 转动，带动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这个是电机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电能 → 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带动车轮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，控制车速快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这个是电控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电动车的“大脑”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控制车速快慢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2026-10-23T09:36:28Z</dcterms:created>
  <dcterms:modified xsi:type="dcterms:W3CDTF">2026-10-23T09:36:28Z</dcterms:modified>
</cp:coreProperties>
</file>