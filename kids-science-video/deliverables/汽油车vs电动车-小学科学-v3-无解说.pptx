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817b0fe3-b2fa-949f-7e88-a3dad7f04880}">
          <p14:sldIdLst>
            <p14:sldId id="256"/>
          </p14:sldIdLst>
        </p14:section>
        <p14:section name="汽油车" id="{2335477d-5b4b-73fe-9c1f-83b27b52f37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dd748edd-8dcb-a841-fe0f-282928ad7e90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26ce2d51-d13d-e18c-f958-85da59b80fa8}">
          <p14:sldIdLst>
            <p14:sldId id="270"/>
            <p14:sldId id="271"/>
          </p14:sldIdLst>
        </p14:section>
        <p14:section name="中国汽车" id="{db318bae-a50a-ccb8-ffae-265c6729e9c8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播放动画（70 秒，没有解说，只有字幕和音效，由小讲解员现场讲）。看完问：汽油从油箱出发，经过哪些地方，最后怎样让车轮转起来？动画最后，全车零件散开成“零件云”——会动的零件大约 2000 多个。
两种上法：① 先放完整动画，再逐页讲；② 跳过这一页，在后面每个零件页点小视频，只放那一段。“零件云”结尾只在完整动画里。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点右上角的小视频，会全屏播放汽油车动画的这一段（0:02.0–0:12.0，约 10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点右上角的小视频，会全屏播放汽油车动画的这一段（0:12.0–0:28.0，约 16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点右上角的小视频，会全屏播放汽油车动画的这一段（0:28.0–0:35.3，约 7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点右上角的小视频，会全屏播放汽油车动画的这一段（0:32.4–0:40.0，约 8 秒，没有解说，由小讲解员现场讲），播完回到这一页。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点右上角的小视频，会全屏播放汽油车动画的这一段（0:40.0–0:43.6，约 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点右上角的小视频，会全屏播放汽油车动画的这一段（0:43.4–0:46.5，约 3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点右上角的小视频，会全屏播放汽油车动画的这一段（0:46.4–0:52.0，约 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播放动画（72 秒，没有解说，只有字幕和音效，由小讲解员现场讲）。看完问：电动车的“三大件”是什么？（电池、电机、电控）电流总是从电池流到控制器，再流到电机。和汽油车比，车尾没有排气管，也不用换机油。
两种上法：① 先放完整动画，再逐页讲；② 跳过这一页，在后面电池包、电机、电控页点小视频。单速减速器（0:40–0:50）、“车尾干干净净”（0:50–1:00）和拆车结尾只在完整动画里。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点右上角的小视频，会全屏播放电动车动画的这一段（0:02.0–0:14.0，约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点右上角的小视频，会全屏播放电动车动画的这一段（0:26.0–0:40.0，约 14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点右上角的小视频，会全屏播放电动车动画的这一段（0:14.0–0:26.0，约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video" Target="../media/media-3-2.mp4"/><Relationship Id="rId3" Type="http://schemas.microsoft.com/office/2007/relationships/media" Target="../media/media-3-2.mp4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video" Target="../media/media-4-2.mp4"/><Relationship Id="rId3" Type="http://schemas.microsoft.com/office/2007/relationships/media" Target="../media/media-4-2.mp4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video" Target="../media/media-5-2.mp4"/><Relationship Id="rId3" Type="http://schemas.microsoft.com/office/2007/relationships/media" Target="../media/media-5-2.mp4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video" Target="../media/media-7-2.mp4"/><Relationship Id="rId3" Type="http://schemas.microsoft.com/office/2007/relationships/media" Target="../media/media-7-2.mp4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video" Target="../media/media-8-2.mp4"/><Relationship Id="rId3" Type="http://schemas.microsoft.com/office/2007/relationships/media" Target="../media/media-8-2.mp4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video" Target="../media/media-9-2.mp4"/><Relationship Id="rId3" Type="http://schemas.microsoft.com/office/2007/relationships/media" Target="../media/media-9-2.mp4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video" Target="../media/media-11-2.mp4"/><Relationship Id="rId3" Type="http://schemas.microsoft.com/office/2007/relationships/media" Target="../media/media-11-2.mp4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video" Target="../media/media-12-2.mp4"/><Relationship Id="rId3" Type="http://schemas.microsoft.com/office/2007/relationships/media" Target="../media/media-12-2.mp4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汽油车 vs 电动车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肚子里有什么？一起拆开比一比！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81200" y="1447800"/>
            <a:ext cx="19050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汽油车 vs 电动车：肚子里有什么？</dc:title>
  <dc:subject>PptxGenJS Presentation</dc:subject>
  <dc:creator>PptxGenJS</dc:creator>
  <cp:lastModifiedBy>PptxGenJS</cp:lastModifiedBy>
  <cp:revision>1</cp:revision>
  <dcterms:created xsi:type="dcterms:W3CDTF">2026-10-21T03:13:58Z</dcterms:created>
  <dcterms:modified xsi:type="dcterms:W3CDTF">2026-10-21T03:13:58Z</dcterms:modified>
</cp:coreProperties>
</file>