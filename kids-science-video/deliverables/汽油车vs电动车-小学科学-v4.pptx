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1609a7bf-9e50-bb75-8827-d72d5f5af37b}">
          <p14:sldIdLst>
            <p14:sldId id="256"/>
          </p14:sldIdLst>
        </p14:section>
        <p14:section name="汽油车" id="{90ef3923-2377-6311-76f7-0234738ec3d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f41fc3f5-cbc4-7e01-14c2-9b69faf21789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16e2fa49-cea8-3460-cfbd-34a993501c5c}">
          <p14:sldIdLst>
            <p14:sldId id="270"/>
            <p14:sldId id="271"/>
          </p14:sldIdLst>
        </p14:section>
        <p14:section name="中国汽车" id="{fc35c419-4e30-e0fe-8dc5-f6ce84e1980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播放动画（70 秒，自带旁白和字幕）。看完问：汽油从油箱出发，经过哪些地方，最后怎样让车轮转起来？动画最后，全车零件散开成“零件云”——会动的零件大约 2000 多个。
两种上法：① 先放完整动画，再逐页讲；② 跳过这一页，在后面每个零件页点小视频，只放那一段。“零件云”结尾只在完整动画里。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秒，带旁白），播完回到这一页。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播放动画（72 秒，自带旁白和字幕）。看完问：电动车的“三大件”是什么？（电池、电机、电控）电流总是从电池流到控制器，再流到电机。和汽油车比，车尾没有排气管，也不用换机油。
两种上法：① 先放完整动画，再逐页讲；② 跳过这一页，在后面电池包、电机、电控页点小视频。单速减速器（0:40–0:50）、“车尾干干净净”（0:50–1:00）和拆车结尾只在完整动画里。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一般装在后排座椅下面。它储存汽油，油泵再把汽油沿着油管送进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这个是油箱，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一般装在后排座椅下面。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它储存汽油，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油泵再把汽油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沿着油管送进发动机。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。火花塞点燃汽油和空气，燃烧产生的力量推动活塞上下运动，带动曲轴转起来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这个是发动机。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火花塞点燃汽油和空气，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燃烧产生的力量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推动活塞上下运动，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带动曲轴转起来。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。它用大小不同的齿轮配合：低挡力气大，适合起步；高挡转得快，适合快跑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这个是变速箱。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它用大小不同的齿轮配合：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低挡力气大，适合起步；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高挡转得快，适合快跑。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。它把变速箱输出的转动传给车轮，车轮转起来，汽车就前进了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这个是传动轴。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它把变速箱输出的转动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传给车轮，车轮转起来，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汽车就前进了。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。发动机工作时会变得很热，冷却液把热量带到这里，风一吹就变凉，再流回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这个是散热器。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发动机工作时会变得很热，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冷却液把热量带到这里，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风一吹就变凉，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再流回发动机。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。它在零件之间形成一层薄薄的油膜，减少摩擦和磨损，还能帮发动机散热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这个是机油。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它在零件之间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形成一层薄薄的油膜，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减少摩擦和磨损，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还能帮发动机散热。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。它把燃烧后产生的废气排出车外，上面的消声器还能让声音变小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这个是排气管。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它把燃烧后产生的废气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排出车外，上面的消声器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还能让声音变小。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由许多块电池组成，平铺在车底。它储存电能，再把电送给电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这个是电池包，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由许多块电池组成，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平铺在车底。它储存电能，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再把电送给电机。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。线圈通电后产生磁场，推动转子转动，把电能变成让车轮转动的动能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这个是电机。线圈通电后产生磁场，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推动转子转动，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把电能变成让车轮转动的动能。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。司机踩踏板，它就调节送给电机的电，控制车开得快还是慢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这个是电控，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电动车的“大脑”。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司机踩踏板，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它就调节送给电机的电，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控制车开得快还是慢。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。减速刹车时，电机会变成发电机，把汽车的动能变回电能，存进电池里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这个是回收刹车。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减速刹车时，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电机会变成发电机，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把汽车的动能变回电能，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存进电池里。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2026-10-21T08:00:24Z</dcterms:created>
  <dcterms:modified xsi:type="dcterms:W3CDTF">2026-10-21T08:00:24Z</dcterms:modified>
</cp:coreProperties>
</file>