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片头" id="{09a7c083-149c-b119-905c-f778fe8540c8}">
          <p14:sldIdLst>
            <p14:sldId id="256"/>
          </p14:sldIdLst>
        </p14:section>
        <p14:section name="1 雪夜迷路，看见山顶的灯" id="{5a71df65-6656-7007-93aa-57da58de8eb0}">
          <p14:sldIdLst>
            <p14:sldId id="257"/>
            <p14:sldId id="258"/>
            <p14:sldId id="259"/>
            <p14:sldId id="260"/>
          </p14:sldIdLst>
        </p14:section>
        <p14:section name="2 遇见问号" id="{94ad9c5d-8ca1-0cc7-92ec-521f84c3ac9f}">
          <p14:sldIdLst>
            <p14:sldId id="261"/>
            <p14:sldId id="262"/>
            <p14:sldId id="263"/>
          </p14:sldIdLst>
        </p14:section>
        <p14:section name="3 遇见慢慢" id="{02a7644c-31f6-9642-89d2-d093afffdfef}">
          <p14:sldIdLst>
            <p14:sldId id="264"/>
            <p14:sldId id="265"/>
            <p14:sldId id="266"/>
            <p14:sldId id="267"/>
          </p14:sldIdLst>
        </p14:section>
        <p14:section name="4 冰河落水，被白鹿救起" id="{3ab2a8ca-32de-ce1c-a64b-349ecffe1a23}">
          <p14:sldIdLst>
            <p14:sldId id="268"/>
            <p14:sldId id="269"/>
            <p14:sldId id="270"/>
            <p14:sldId id="271"/>
            <p14:sldId id="272"/>
          </p14:sldIdLst>
        </p14:section>
        <p14:section name="5 在火堆边说起家" id="{bef763f1-56ff-ceed-85a0-107432806604}">
          <p14:sldIdLst>
            <p14:sldId id="273"/>
            <p14:sldId id="274"/>
            <p14:sldId id="275"/>
            <p14:sldId id="276"/>
          </p14:sldIdLst>
        </p14:section>
        <p14:section name="6 帮小狼找到妈妈" id="{91f03869-f48c-63a8-bf20-92eea9ac2629}">
          <p14:sldIdLst>
            <p14:sldId id="277"/>
            <p14:sldId id="278"/>
            <p14:sldId id="279"/>
            <p14:sldId id="280"/>
          </p14:sldIdLst>
        </p14:section>
        <p14:section name="7 冰雪化开" id="{073b71f7-9ed4-cb29-75ca-160f76965452}">
          <p14:sldIdLst>
            <p14:sldId id="281"/>
            <p14:sldId id="282"/>
          </p14:sldIdLst>
        </p14:section>
        <p14:section name="8 到了山顶，灯不是家" id="{b2c952f1-5357-acff-aed8-d05f828f277c}">
          <p14:sldIdLst>
            <p14:sldId id="283"/>
            <p14:sldId id="284"/>
            <p14:sldId id="285"/>
            <p14:sldId id="286"/>
            <p14:sldId id="287"/>
          </p14:sldIdLst>
        </p14:section>
        <p14:section name="9 和伙伴们告别" id="{dfd562a7-3d86-cbdf-f3e4-ef441d669e77}">
          <p14:sldIdLst>
            <p14:sldId id="288"/>
            <p14:sldId id="289"/>
            <p14:sldId id="290"/>
            <p14:sldId id="291"/>
            <p14:sldId id="292"/>
          </p14:sldIdLst>
        </p14:section>
        <p14:section name="10 在自己窗边点灯" id="{f8aef825-3a26-1cff-cff1-a7a38595bf0d}">
          <p14:sldIdLst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1/41　场景：片头　时间码：0:02
字幕：雪地里的那盏灯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2/41　场景：雪夜迷路，看见山顶的灯　时间码：0:07
字幕：发现自己一个人站在一片大森林里。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3/41　场景：雪夜迷路，看见山顶的灯　时间码：0:16
字幕：远远的山顶上，有一点小小的光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4/41　场景：雪夜迷路，看见山顶的灯　时间码：0:23
字幕：那一定是我家的灯。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5/41　场景：雪夜迷路，看见山顶的灯　时间码：0:29
字幕：一步一步，在雪地里往前走。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6/41　场景：遇见问号　时间码：0:36
字幕：雪地里有两只长耳朵在动。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7/41　场景：遇见问号　时间码：0:42
字幕：我叫问号。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8/41　场景：遇见问号　时间码：0:48
字幕：两个人一起怕，比一个人怕好一点。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9/41　场景：遇见慢慢　时间码：0:57
字幕：是一只很老很老的乌龟。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10/41　场景：遇见慢慢　时间码：1:03
字幕：大家……都叫我……慢慢。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11/41　场景：遇见慢慢　时间码：1:09
字幕：这是……一张地图。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12/41　场景：遇见慢慢　时间码：1:14
字幕：我背着你。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13/41　场景：冰河落水，被白鹿救起　时间码：1:22
字幕：冰“啪”的一声，破了！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14/41　场景：冰河落水，被白鹿救起　时间码：1:30
字幕：一头巨大的白鹿，从雪雾里走了出来。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15/41　场景：冰河落水，被白鹿救起　时间码：1:37
字幕：轻轻一抬，把他托出了水面，救了上来。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16/41　场景：冰河落水，被白鹿救起　时间码：1:45
字幕：刚才，我好怕。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17/41　场景：冰河落水，被白鹿救起　时间码：1:50
字幕：我知道。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18/41　场景：在火堆边说起家　时间码：1:55
字幕：火着起来了，洞里一下子亮了，暖了。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19/41　场景：在火堆边说起家　时间码：2:02
字幕：妈妈会在我的窗边点一盏小灯。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20/41　场景：在火堆边说起家　时间码：2:09
字幕：她说，夜里醒来，看见灯，便不怕了。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21/41　场景：在火堆边说起家　时间码：2:16
字幕：小石头点点头，眼睛里有了泪光。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22/41　场景：帮小狼找到妈妈　时间码：2:26
字幕：狼！是狼！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23/41　场景：帮小狼找到妈妈　时间码：2:33
字幕：你怕的东西，有时候也在怕你。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24/41　场景：帮小狼找到妈妈　时间码：2:41
字幕：狼妈妈看着他们，没有扑过来。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25/41　场景：帮小狼找到妈妈　时间码：2:48
字幕：对他们点了点头，带着小狼走了。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26/41　场景：冰雪化开　时间码：2:56
字幕：雪水流成了小溪，小溪流进了河。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27/41　场景：冰雪化开　时间码：3:05
字幕：山顶的灯，好像近了一点。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28/41　场景：到了山顶，灯不是家　时间码：3:13
字幕：山很高，路很难走。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29/41　场景：到了山顶，灯不是家　时间码：3:22
字幕：他是守林人。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30/41　场景：到了山顶，灯不是家　时间码：3:27
字幕：我以为……这是我的家。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31/41　场景：到了山顶，灯不是家　时间码：3:34
字幕：迷路的人，最需要看见一点光。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32/41　场景：到了山顶，灯不是家　时间码：3:41
字幕：灯是由我点的， 可是光，是给每一个人的。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33/41　场景：和伙伴们告别　时间码：3:49
字幕：一把抱住了小石头，抱了很久很久。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34/41　场景：和伙伴们告别　时间码：3:57
字幕：你还会回来吗？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35/41　场景：和伙伴们告别　时间码：4:01
字幕：路……我已经记在……壳上了。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36/41　场景：和伙伴们告别　时间码：4:07
字幕：你也可以做别人的灯。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37/41　场景：和伙伴们告别　时间码：4:13
字幕：是一起走路的朋友。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38/41　场景：在自己窗边点灯　时间码：4:24
字幕：点了一盏小灯。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39/41　场景：在自己窗边点灯　时间码：4:29
字幕：这是给森林里的朋友， 还有所有迷路的人。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40/41　场景：在自己窗边点灯　时间码：4:37
字幕：也有一点小小的光，一闪一闪的。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41/41　场景：在自己窗边点灯　时间码：4:45
字幕：他微笑着，闭上了眼睛。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画面">
    <p:bg>
      <p:bgPr>
        <a:solidFill>
          <a:srgbClr val="0B1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1" descr="动画《雪地里的那盏灯》片头。字幕：雪地里的那盏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2" descr="动画《雪地里的那盏灯》雪夜迷路，看见山顶的灯。字幕：发现自己一个人站在一片大森林里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3" descr="动画《雪地里的那盏灯》雪夜迷路，看见山顶的灯。字幕：远远的山顶上，有一点小小的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4" descr="动画《雪地里的那盏灯》雪夜迷路，看见山顶的灯。字幕：那一定是我家的灯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5" descr="动画《雪地里的那盏灯》雪夜迷路，看见山顶的灯。字幕：一步一步，在雪地里往前走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6" descr="动画《雪地里的那盏灯》遇见问号。字幕：雪地里有两只长耳朵在动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7" descr="动画《雪地里的那盏灯》遇见问号。字幕：我叫问号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8" descr="动画《雪地里的那盏灯》遇见问号。字幕：两个人一起怕，比一个人怕好一点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9" descr="动画《雪地里的那盏灯》遇见慢慢。字幕：是一只很老很老的乌龟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10" descr="动画《雪地里的那盏灯》遇见慢慢。字幕：大家……都叫我……慢慢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11" descr="动画《雪地里的那盏灯》遇见慢慢。字幕：这是……一张地图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12" descr="动画《雪地里的那盏灯》遇见慢慢。字幕：我背着你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13" descr="动画《雪地里的那盏灯》冰河落水，被白鹿救起。字幕：冰“啪”的一声，破了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14" descr="动画《雪地里的那盏灯》冰河落水，被白鹿救起。字幕：一头巨大的白鹿，从雪雾里走了出来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15" descr="动画《雪地里的那盏灯》冰河落水，被白鹿救起。字幕：轻轻一抬，把他托出了水面，救了上来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16" descr="动画《雪地里的那盏灯》冰河落水，被白鹿救起。字幕：刚才，我好怕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17" descr="动画《雪地里的那盏灯》冰河落水，被白鹿救起。字幕：我知道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18" descr="动画《雪地里的那盏灯》在火堆边说起家。字幕：火着起来了，洞里一下子亮了，暖了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19" descr="动画《雪地里的那盏灯》在火堆边说起家。字幕：妈妈会在我的窗边点一盏小灯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20" descr="动画《雪地里的那盏灯》在火堆边说起家。字幕：她说，夜里醒来，看见灯，便不怕了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21" descr="动画《雪地里的那盏灯》在火堆边说起家。字幕：小石头点点头，眼睛里有了泪光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22" descr="动画《雪地里的那盏灯》帮小狼找到妈妈。字幕：狼！是狼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23" descr="动画《雪地里的那盏灯》帮小狼找到妈妈。字幕：你怕的东西，有时候也在怕你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24" descr="动画《雪地里的那盏灯》帮小狼找到妈妈。字幕：狼妈妈看着他们，没有扑过来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25" descr="动画《雪地里的那盏灯》帮小狼找到妈妈。字幕：对他们点了点头，带着小狼走了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26" descr="动画《雪地里的那盏灯》冰雪化开。字幕：雪水流成了小溪，小溪流进了河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27" descr="动画《雪地里的那盏灯》冰雪化开。字幕：山顶的灯，好像近了一点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28" descr="动画《雪地里的那盏灯》到了山顶，灯不是家。字幕：山很高，路很难走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29" descr="动画《雪地里的那盏灯》到了山顶，灯不是家。字幕：他是守林人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30" descr="动画《雪地里的那盏灯》到了山顶，灯不是家。字幕：我以为……这是我的家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31" descr="动画《雪地里的那盏灯》到了山顶，灯不是家。字幕：迷路的人，最需要看见一点光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32" descr="动画《雪地里的那盏灯》到了山顶，灯不是家。字幕：灯是由我点的， 可是光，是给每一个人的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33" descr="动画《雪地里的那盏灯》和伙伴们告别。字幕：一把抱住了小石头，抱了很久很久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34" descr="动画《雪地里的那盏灯》和伙伴们告别。字幕：你还会回来吗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35" descr="动画《雪地里的那盏灯》和伙伴们告别。字幕：路……我已经记在……壳上了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36" descr="动画《雪地里的那盏灯》和伙伴们告别。字幕：你也可以做别人的灯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37" descr="动画《雪地里的那盏灯》和伙伴们告别。字幕：是一起走路的朋友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38" descr="动画《雪地里的那盏灯》在自己窗边点灯。字幕：点了一盏小灯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39" descr="动画《雪地里的那盏灯》在自己窗边点灯。字幕：这是给森林里的朋友， 还有所有迷路的人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40" descr="动画《雪地里的那盏灯》在自己窗边点灯。字幕：也有一点小小的光，一闪一闪的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画面 41" descr="动画《雪地里的那盏灯》在自己窗边点灯。字幕：他微笑着，闭上了眼睛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《雪地里的那盏灯》分镜画面</dc:title>
  <dc:subject>动画短片《雪地里的那盏灯》中所有带字幕的画面（41 张）</dc:subject>
  <dc:creator>Claude</dc:creator>
  <cp:lastModifiedBy>Claude</cp:lastModifiedBy>
  <cp:revision>1</cp:revision>
  <dcterms:created xsi:type="dcterms:W3CDTF">2026-10-11T01:02:58Z</dcterms:created>
  <dcterms:modified xsi:type="dcterms:W3CDTF">2026-10-11T01:02:58Z</dcterms:modified>
</cp:coreProperties>
</file>