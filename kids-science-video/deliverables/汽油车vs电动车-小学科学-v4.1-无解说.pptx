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74612903-81ca-648f-cdcf-8f3a1cd7b4b8}">
          <p14:sldIdLst>
            <p14:sldId id="256"/>
          </p14:sldIdLst>
        </p14:section>
        <p14:section name="汽油车" id="{e1f9a947-a46a-f41d-a532-dc76edbe04d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dc912d3b-ef1e-9aa7-7edf-0ddc22430be9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88b98dcd-550e-2f27-c75b-4b483ed42543}">
          <p14:sldIdLst>
            <p14:sldId id="270"/>
            <p14:sldId id="271"/>
          </p14:sldIdLst>
        </p14:section>
        <p14:section name="中国汽车" id="{785502cd-2a53-9a20-b625-e72fcf4dff6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汽油车这一站的开始。先把三个问题抛给大家，接下来 7 页一页一页找答案：油箱在后排座椅下面；火花塞点燃汽油，推动活塞上下跑；尾气从车尾的排气管出来。每个零件页都有一段小动画，点一下就全屏播放。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秒，没有解说，由小讲解员现场讲），播完回到这一页。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电动车这一站的开始。先抛出三个问题，接下来 4 页找答案：电池包平铺在车底；电流从电池流到电控，再流到电机；电动车没有排气管，也不用换机油。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一般装在后排座椅下面。它储存汽油，油泵再把汽油沿着油管送进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这个是油箱，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一般装在后排座椅下面。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它储存汽油，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油泵再把汽油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沿着油管送进发动机。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。火花塞点燃汽油和空气，燃烧产生的力量推动活塞上下运动，带动曲轴转起来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这个是发动机。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火花塞点燃汽油和空气，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燃烧产生的力量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推动活塞上下运动，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带动曲轴转起来。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。它用大小不同的齿轮配合：低挡力气大，适合起步；高挡转得快，适合快跑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这个是变速箱。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它用大小不同的齿轮配合：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低挡力气大，适合起步；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高挡转得快，适合快跑。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。它把变速箱输出的转动传给车轮，车轮转起来，汽车就前进了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这个是传动轴。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它把变速箱输出的转动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传给车轮，车轮转起来，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汽车就前进了。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。发动机工作时会变得很热，冷却液把热量带到这里，风一吹就变凉，再流回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这个是散热器。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发动机工作时会变得很热，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冷却液把热量带到这里，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风一吹就变凉，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再流回发动机。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。它在零件之间形成一层薄薄的油膜，减少摩擦和磨损，还能帮发动机散热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这个是机油。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它在零件之间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形成一层薄薄的油膜，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减少摩擦和磨损，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还能帮发动机散热。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。它把燃烧后产生的废气排出车外，上面的消声器还能让声音变小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这个是排气管。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它把燃烧后产生的废气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排出车外，上面的消声器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还能让声音变小。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由许多块电池组成，平铺在车底。它储存电能，再把电送给电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这个是电池包，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由许多块电池组成，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平铺在车底。它储存电能，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再把电送给电机。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。线圈通电后产生磁场，推动转子转动，把电能变成让车轮转动的动能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这个是电机。线圈通电后产生磁场，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推动转子转动，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把电能变成让车轮转动的动能。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。司机踩踏板，它就调节送给电机的电，控制车开得快还是慢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这个是电控，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电动车的“大脑”。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司机踩踏板，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它就调节送给电机的电，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控制车开得快还是慢。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。减速刹车时，电机会变成发电机，把汽车的动能变回电能，存进电池里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这个是回收刹车。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减速刹车时，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电机会变成发电机，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把汽车的动能变回电能，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存进电池里。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2026-10-21T09:52:22Z</dcterms:created>
  <dcterms:modified xsi:type="dcterms:W3CDTF">2026-10-21T09:52:22Z</dcterms:modified>
</cp:coreProperties>
</file>