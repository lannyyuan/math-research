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" id="{46b1376c-80ea-e305-9869-3ffb291abcdc}">
          <p14:sldIdLst>
            <p14:sldId id="256"/>
          </p14:sldIdLst>
        </p14:section>
        <p14:section name="汽油车" id="{d328d34d-2447-5174-2d39-b9e5d2389d80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电动车" id="{eac17d76-7fb1-e584-1af1-14de1368ae6e}">
          <p14:sldIdLst>
            <p14:sldId id="265"/>
            <p14:sldId id="266"/>
            <p14:sldId id="267"/>
            <p14:sldId id="268"/>
            <p14:sldId id="269"/>
          </p14:sldIdLst>
        </p14:section>
        <p14:section name="比一比" id="{c3dcd552-213e-86f8-59bb-88e67b631b8e}">
          <p14:sldIdLst>
            <p14:sldId id="270"/>
            <p14:sldId id="271"/>
          </p14:sldIdLst>
        </p14:section>
        <p14:section name="中国汽车" id="{1264cc6c-a239-0923-9856-c1435f3afb13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新能源车出口（万辆）</c:v>
                </c:pt>
              </c:strCache>
            </c:strRef>
          </c:tx>
          <c:spPr>
            <a:solidFill>
              <a:srgbClr val="2FA35F"/>
            </a:solidFill>
            <a:effectLst/>
          </c:spPr>
          <c:invertIfNegative val="0"/>
          <c:dLbls>
            <c:numFmt formatCode="0&quot;万辆&quot;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4A3B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2021 年</c:v>
                  </c:pt>
                  <c:pt idx="1">
                    <c:v>2023 年</c:v>
                  </c:pt>
                  <c:pt idx="2">
                    <c:v>2025 年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</c:v>
                </c:pt>
                <c:pt idx="1">
                  <c:v>120</c:v>
                </c:pt>
                <c:pt idx="2">
                  <c:v>262</c:v>
                </c:pt>
              </c:numCache>
            </c:numRef>
          </c:val>
        </c:ser>
        <c:dLbls>
          <c:numFmt formatCode="0&quot;万辆&quot;" sourceLinked="0"/>
          <c:txPr>
            <a:bodyPr/>
            <a:lstStyle/>
            <a:p>
              <a:pPr>
                <a:defRPr b="1" i="0" strike="noStrike" sz="1600" u="none">
                  <a:solidFill>
                    <a:srgbClr val="4A3B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4A3B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今天我们当一回“汽车小侦探”：把汽油车和电动车的肚子打开看看，比一比谁的结构更简单。先请同学们猜一猜：哪一辆车里面的零件更多？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播放动画（70 秒，没有解说，只有字幕和音效，由小讲解员现场讲）。看完问：汽油从油箱出发，经过哪些地方，最后怎样让车轮转起来？动画最后，全车零件散开成“零件云”——会动的零件大约 2000 多个。
两种上法：① 先放完整动画，再逐页讲；② 跳过这一页，在后面每个零件页点小视频，只放那一段。“零件云”结尾只在完整动画里。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油箱
点小视频，会全屏播放汽油车动画的这一段（0:02.0–0:12.0，约 10 秒，没有解说，由小讲解员现场讲），播完回到这一页。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发动机
点小视频，会全屏播放汽油车动画的这一段（0:12.0–0:28.0，约 16 秒，没有解说，由小讲解员现场讲），播完回到这一页。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变速箱
点小视频，会全屏播放汽油车动画的这一段（0:28.0–0:35.3，约 7 秒，没有解说，由小讲解员现场讲），播完回到这一页。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传动轴
点小视频，会全屏播放汽油车动画的这一段（0:32.4–0:40.0，约 8 秒，没有解说，由小讲解员现场讲），播完回到这一页。
动画里的车是前轮驱动：发动机在前面，动力经变速箱、再由两根“半轴”送到前轮——半轴就是短短的传动轴。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散热器
点小视频，会全屏播放汽油车动画的这一段（0:40.0–0:43.6，约 4 秒，没有解说，由小讲解员现场讲），播完回到这一页。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机油系统
点小视频，会全屏播放汽油车动画的这一段（0:43.4–0:46.5，约 3 秒，没有解说，由小讲解员现场讲），播完回到这一页。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排气管
点小视频，会全屏播放汽油车动画的这一段（0:46.4–0:52.0，约 6 秒，没有解说，由小讲解员现场讲），播完回到这一页。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播放动画（72 秒，没有解说，只有字幕和音效，由小讲解员现场讲）。看完问：电动车的“三大件”是什么？（电池、电机、电控）电流总是从电池流到控制器，再流到电机。和汽油车比，车尾没有排气管，也不用换机油。
两种上法：① 先放完整动画，再逐页讲；② 跳过这一页，在后面电池包、电机、电控页点小视频。单速减速器（0:40–0:50）、“车尾干干净净”（0:50–1:00）和拆车结尾只在完整动画里。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电池包
点小视频，会全屏播放电动车动画的这一段（0:02.0–0:14.0，约 12 秒，没有解说，由小讲解员现场讲），播完回到这一页。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电机
点小视频，会全屏播放电动车动画的这一段（0:26.0–0:40.0，约 14 秒，没有解说，由小讲解员现场讲），播完回到这一页。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电控大脑
点小视频，会全屏播放电动车动画的这一段（0:14.0–0:26.0，约 12 秒，没有解说，由小讲解员现场讲），播完回到这一页。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回收刹车
动画里没有单独讲回收刹车，可以这样讲：踩刹车时，电机反过来变成“发电机”，车轮带着它转，发出的电又存回电池。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左边：点一下，两辆车同时拆开（11 秒）。右边：橙色小圆点是汽油车会动的零件，好多好多；绿色的是电动车，只有一点点。（老师参考：常见估算，汽油车会动的零件约 2000 个，电动车约 20 个；这里每个圆点约代表 10 个。）
可以问小朋友：零件多的车和零件少的车，哪个更容易坏？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每一行是 10 辆新车，绿色的是新能源车（纯电动和插电混动）。2021 年，10 辆里大约只有 1 辆；2023 年大约 3 辆；2025 年差不多 5 辆，快到一半了。
老师参考（中国汽车工业协会，新能源车占新车销量）：2021 年 13.4%，2023 年 31.6%，2025 年 47.9%；只算国内卖出的新车，2025 年已经超过一半。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左边：中国卖到外国的新能源车越来越多——2021 年 31 万辆，2023 年 120 万辆，2025 年 262 万辆（中国汽车工业协会）。
右边：一辆新能源车开一年，比烧油的车少排的二氧化碳（让地球变热的气体），大约等于 50 棵大树一年吸收的量。2025 年出口的 262 万辆新能源车，一年就相当于种了 1 亿多棵树（262 万 × 50 ≈ 1.3 亿）。
老师参考（估算，取保守值）：国际能源署（IEA）的全生命周期比较，一辆电动车每年比汽油车少排约 1.1–1.6 吨二氧化碳；一棵成年树一年大约吸收 22 千克二氧化碳（欧洲环境署常被引用的数字）。1.1 吨 ÷ 22 千克 ≈ 50 棵。实际多少和电是怎么发的、车开多远都有关系。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ARD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ARD_EV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_EV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">
    <p:bg>
      <p:bgPr>
        <a:solidFill>
          <a:srgbClr val="FAF4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video" Target="../media/media-2-1.mp4"/><Relationship Id="rId2" Type="http://schemas.microsoft.com/office/2007/relationships/media" Target="../media/media-2-1.mp4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video" Target="../media/media-3-3.mp4"/><Relationship Id="rId4" Type="http://schemas.microsoft.com/office/2007/relationships/media" Target="../media/media-3-3.mp4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video" Target="../media/media-4-3.mp4"/><Relationship Id="rId4" Type="http://schemas.microsoft.com/office/2007/relationships/media" Target="../media/media-4-3.mp4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video" Target="../media/media-5-3.mp4"/><Relationship Id="rId4" Type="http://schemas.microsoft.com/office/2007/relationships/media" Target="../media/media-5-3.mp4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video" Target="../media/media-6-3.mp4"/><Relationship Id="rId4" Type="http://schemas.microsoft.com/office/2007/relationships/media" Target="../media/media-6-3.mp4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video" Target="../media/media-7-3.mp4"/><Relationship Id="rId4" Type="http://schemas.microsoft.com/office/2007/relationships/media" Target="../media/media-7-3.mp4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video" Target="../media/media-8-3.mp4"/><Relationship Id="rId4" Type="http://schemas.microsoft.com/office/2007/relationships/media" Target="../media/media-8-3.mp4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video" Target="../media/media-9-3.mp4"/><Relationship Id="rId4" Type="http://schemas.microsoft.com/office/2007/relationships/media" Target="../media/media-9-3.mp4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video" Target="../media/media-11-3.mp4"/><Relationship Id="rId4" Type="http://schemas.microsoft.com/office/2007/relationships/media" Target="../media/media-11-3.mp4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video" Target="../media/media-12-3.mp4"/><Relationship Id="rId4" Type="http://schemas.microsoft.com/office/2007/relationships/media" Target="../media/media-12-3.mp4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video" Target="../media/media-13-3.mp4"/><Relationship Id="rId4" Type="http://schemas.microsoft.com/office/2007/relationships/media" Target="../media/media-13-3.mp4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5-1.mp4"/><Relationship Id="rId2" Type="http://schemas.microsoft.com/office/2007/relationships/media" Target="../media/media-15-1.mp4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2.png"/><Relationship Id="rId4" Type="http://schemas.openxmlformats.org/officeDocument/2006/relationships/image" Target="../media/image-16-2.png"/><Relationship Id="rId5" Type="http://schemas.openxmlformats.org/officeDocument/2006/relationships/image" Target="../media/image-16-2.png"/><Relationship Id="rId6" Type="http://schemas.openxmlformats.org/officeDocument/2006/relationships/image" Target="../media/image-16-2.png"/><Relationship Id="rId7" Type="http://schemas.openxmlformats.org/officeDocument/2006/relationships/image" Target="../media/image-16-2.png"/><Relationship Id="rId8" Type="http://schemas.openxmlformats.org/officeDocument/2006/relationships/image" Target="../media/image-16-2.png"/><Relationship Id="rId9" Type="http://schemas.openxmlformats.org/officeDocument/2006/relationships/image" Target="../media/image-16-2.png"/><Relationship Id="rId10" Type="http://schemas.openxmlformats.org/officeDocument/2006/relationships/image" Target="../media/image-16-2.png"/><Relationship Id="rId11" Type="http://schemas.openxmlformats.org/officeDocument/2006/relationships/image" Target="../media/image-16-1.png"/><Relationship Id="rId12" Type="http://schemas.openxmlformats.org/officeDocument/2006/relationships/image" Target="../media/image-16-1.png"/><Relationship Id="rId13" Type="http://schemas.openxmlformats.org/officeDocument/2006/relationships/image" Target="../media/image-16-1.png"/><Relationship Id="rId14" Type="http://schemas.openxmlformats.org/officeDocument/2006/relationships/image" Target="../media/image-16-2.png"/><Relationship Id="rId15" Type="http://schemas.openxmlformats.org/officeDocument/2006/relationships/image" Target="../media/image-16-2.png"/><Relationship Id="rId16" Type="http://schemas.openxmlformats.org/officeDocument/2006/relationships/image" Target="../media/image-16-2.png"/><Relationship Id="rId17" Type="http://schemas.openxmlformats.org/officeDocument/2006/relationships/image" Target="../media/image-16-2.png"/><Relationship Id="rId18" Type="http://schemas.openxmlformats.org/officeDocument/2006/relationships/image" Target="../media/image-16-2.png"/><Relationship Id="rId19" Type="http://schemas.openxmlformats.org/officeDocument/2006/relationships/image" Target="../media/image-16-2.png"/><Relationship Id="rId20" Type="http://schemas.openxmlformats.org/officeDocument/2006/relationships/image" Target="../media/image-16-2.png"/><Relationship Id="rId21" Type="http://schemas.openxmlformats.org/officeDocument/2006/relationships/image" Target="../media/image-16-1.png"/><Relationship Id="rId22" Type="http://schemas.openxmlformats.org/officeDocument/2006/relationships/image" Target="../media/image-16-1.png"/><Relationship Id="rId23" Type="http://schemas.openxmlformats.org/officeDocument/2006/relationships/image" Target="../media/image-16-1.png"/><Relationship Id="rId24" Type="http://schemas.openxmlformats.org/officeDocument/2006/relationships/image" Target="../media/image-16-1.png"/><Relationship Id="rId25" Type="http://schemas.openxmlformats.org/officeDocument/2006/relationships/image" Target="../media/image-16-1.png"/><Relationship Id="rId26" Type="http://schemas.openxmlformats.org/officeDocument/2006/relationships/image" Target="../media/image-16-2.png"/><Relationship Id="rId27" Type="http://schemas.openxmlformats.org/officeDocument/2006/relationships/image" Target="../media/image-16-2.png"/><Relationship Id="rId28" Type="http://schemas.openxmlformats.org/officeDocument/2006/relationships/image" Target="../media/image-16-2.png"/><Relationship Id="rId29" Type="http://schemas.openxmlformats.org/officeDocument/2006/relationships/image" Target="../media/image-16-2.png"/><Relationship Id="rId30" Type="http://schemas.openxmlformats.org/officeDocument/2006/relationships/image" Target="../media/image-16-2.png"/><Relationship Id="rId31" Type="http://schemas.openxmlformats.org/officeDocument/2006/relationships/slideLayout" Target="../slideLayouts/slideLayout2.xml"/><Relationship Id="rId3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7-1.png"/><Relationship Id="rId3" Type="http://schemas.openxmlformats.org/officeDocument/2006/relationships/image" Target="../media/image-17-2.png"/><Relationship Id="rId4" Type="http://schemas.openxmlformats.org/officeDocument/2006/relationships/image" Target="../media/image-17-2.png"/><Relationship Id="rId5" Type="http://schemas.openxmlformats.org/officeDocument/2006/relationships/image" Target="../media/image-17-2.png"/><Relationship Id="rId6" Type="http://schemas.openxmlformats.org/officeDocument/2006/relationships/image" Target="../media/image-17-2.png"/><Relationship Id="rId7" Type="http://schemas.openxmlformats.org/officeDocument/2006/relationships/image" Target="../media/image-17-2.png"/><Relationship Id="rId8" Type="http://schemas.openxmlformats.org/officeDocument/2006/relationships/image" Target="../media/image-17-2.png"/><Relationship Id="rId9" Type="http://schemas.openxmlformats.org/officeDocument/2006/relationships/image" Target="../media/image-17-2.png"/><Relationship Id="rId10" Type="http://schemas.openxmlformats.org/officeDocument/2006/relationships/image" Target="../media/image-17-2.png"/><Relationship Id="rId11" Type="http://schemas.openxmlformats.org/officeDocument/2006/relationships/image" Target="../media/image-17-2.png"/><Relationship Id="rId12" Type="http://schemas.openxmlformats.org/officeDocument/2006/relationships/image" Target="../media/image-17-2.png"/><Relationship Id="rId13" Type="http://schemas.openxmlformats.org/officeDocument/2006/relationships/image" Target="../media/image-17-2.png"/><Relationship Id="rId14" Type="http://schemas.openxmlformats.org/officeDocument/2006/relationships/image" Target="../media/image-17-2.png"/><Relationship Id="rId15" Type="http://schemas.openxmlformats.org/officeDocument/2006/relationships/image" Target="../media/image-17-2.png"/><Relationship Id="rId16" Type="http://schemas.openxmlformats.org/officeDocument/2006/relationships/image" Target="../media/image-17-2.png"/><Relationship Id="rId17" Type="http://schemas.openxmlformats.org/officeDocument/2006/relationships/image" Target="../media/image-17-2.png"/><Relationship Id="rId18" Type="http://schemas.openxmlformats.org/officeDocument/2006/relationships/image" Target="../media/image-17-2.png"/><Relationship Id="rId19" Type="http://schemas.openxmlformats.org/officeDocument/2006/relationships/image" Target="../media/image-17-2.png"/><Relationship Id="rId20" Type="http://schemas.openxmlformats.org/officeDocument/2006/relationships/image" Target="../media/image-17-2.png"/><Relationship Id="rId21" Type="http://schemas.openxmlformats.org/officeDocument/2006/relationships/image" Target="../media/image-17-2.png"/><Relationship Id="rId22" Type="http://schemas.openxmlformats.org/officeDocument/2006/relationships/image" Target="../media/image-17-2.png"/><Relationship Id="rId23" Type="http://schemas.openxmlformats.org/officeDocument/2006/relationships/image" Target="../media/image-17-2.png"/><Relationship Id="rId24" Type="http://schemas.openxmlformats.org/officeDocument/2006/relationships/image" Target="../media/image-17-2.png"/><Relationship Id="rId25" Type="http://schemas.openxmlformats.org/officeDocument/2006/relationships/image" Target="../media/image-17-2.png"/><Relationship Id="rId26" Type="http://schemas.openxmlformats.org/officeDocument/2006/relationships/image" Target="../media/image-17-2.png"/><Relationship Id="rId27" Type="http://schemas.openxmlformats.org/officeDocument/2006/relationships/image" Target="../media/image-17-2.png"/><Relationship Id="rId28" Type="http://schemas.openxmlformats.org/officeDocument/2006/relationships/image" Target="../media/image-17-2.png"/><Relationship Id="rId29" Type="http://schemas.openxmlformats.org/officeDocument/2006/relationships/image" Target="../media/image-17-2.png"/><Relationship Id="rId30" Type="http://schemas.openxmlformats.org/officeDocument/2006/relationships/image" Target="../media/image-17-2.png"/><Relationship Id="rId31" Type="http://schemas.openxmlformats.org/officeDocument/2006/relationships/image" Target="../media/image-17-2.png"/><Relationship Id="rId32" Type="http://schemas.openxmlformats.org/officeDocument/2006/relationships/image" Target="../media/image-17-2.png"/><Relationship Id="rId33" Type="http://schemas.openxmlformats.org/officeDocument/2006/relationships/image" Target="../media/image-17-2.png"/><Relationship Id="rId34" Type="http://schemas.openxmlformats.org/officeDocument/2006/relationships/image" Target="../media/image-17-2.png"/><Relationship Id="rId35" Type="http://schemas.openxmlformats.org/officeDocument/2006/relationships/image" Target="../media/image-17-2.png"/><Relationship Id="rId36" Type="http://schemas.openxmlformats.org/officeDocument/2006/relationships/image" Target="../media/image-17-2.png"/><Relationship Id="rId37" Type="http://schemas.openxmlformats.org/officeDocument/2006/relationships/image" Target="../media/image-17-2.png"/><Relationship Id="rId38" Type="http://schemas.openxmlformats.org/officeDocument/2006/relationships/image" Target="../media/image-17-2.png"/><Relationship Id="rId39" Type="http://schemas.openxmlformats.org/officeDocument/2006/relationships/image" Target="../media/image-17-2.png"/><Relationship Id="rId40" Type="http://schemas.openxmlformats.org/officeDocument/2006/relationships/image" Target="../media/image-17-2.png"/><Relationship Id="rId41" Type="http://schemas.openxmlformats.org/officeDocument/2006/relationships/image" Target="../media/image-17-2.png"/><Relationship Id="rId42" Type="http://schemas.openxmlformats.org/officeDocument/2006/relationships/image" Target="../media/image-17-2.png"/><Relationship Id="rId43" Type="http://schemas.openxmlformats.org/officeDocument/2006/relationships/image" Target="../media/image-17-2.png"/><Relationship Id="rId44" Type="http://schemas.openxmlformats.org/officeDocument/2006/relationships/image" Target="../media/image-17-2.png"/><Relationship Id="rId45" Type="http://schemas.openxmlformats.org/officeDocument/2006/relationships/image" Target="../media/image-17-2.png"/><Relationship Id="rId46" Type="http://schemas.openxmlformats.org/officeDocument/2006/relationships/image" Target="../media/image-17-2.png"/><Relationship Id="rId47" Type="http://schemas.openxmlformats.org/officeDocument/2006/relationships/image" Target="../media/image-17-2.png"/><Relationship Id="rId48" Type="http://schemas.openxmlformats.org/officeDocument/2006/relationships/image" Target="../media/image-17-2.png"/><Relationship Id="rId49" Type="http://schemas.openxmlformats.org/officeDocument/2006/relationships/image" Target="../media/image-17-2.png"/><Relationship Id="rId50" Type="http://schemas.openxmlformats.org/officeDocument/2006/relationships/image" Target="../media/image-17-2.png"/><Relationship Id="rId51" Type="http://schemas.openxmlformats.org/officeDocument/2006/relationships/image" Target="../media/image-17-2.png"/><Relationship Id="rId52" Type="http://schemas.openxmlformats.org/officeDocument/2006/relationships/image" Target="../media/image-17-2.png"/><Relationship Id="rId53" Type="http://schemas.openxmlformats.org/officeDocument/2006/relationships/slideLayout" Target="../slideLayouts/slideLayout2.xml"/><Relationship Id="rId5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新能源车肚子里的秘密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859536" y="13258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汽油车 vs 电动车，一起拆开比一比！</a:t>
            </a:r>
            <a:endParaRPr lang="en-US" sz="2400" dirty="0"/>
          </a:p>
        </p:txBody>
      </p:sp>
      <p:pic>
        <p:nvPicPr>
          <p:cNvPr id="4" name="gasCa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148840"/>
            <a:ext cx="4754880" cy="2331720"/>
          </a:xfrm>
          <a:prstGeom prst="ellipse">
            <a:avLst/>
          </a:prstGeom>
        </p:spPr>
      </p:pic>
      <p:pic>
        <p:nvPicPr>
          <p:cNvPr id="5" name="evCa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2148840"/>
            <a:ext cx="4754880" cy="2331720"/>
          </a:xfrm>
          <a:prstGeom prst="ellipse">
            <a:avLst/>
          </a:prstGeom>
        </p:spPr>
      </p:pic>
      <p:sp>
        <p:nvSpPr>
          <p:cNvPr id="6" name="vs"/>
          <p:cNvSpPr txBox="1"/>
          <p:nvPr/>
        </p:nvSpPr>
        <p:spPr>
          <a:xfrm>
            <a:off x="5641848" y="2862072"/>
            <a:ext cx="914400" cy="914400"/>
          </a:xfrm>
          <a:prstGeom prst="ellipse">
            <a:avLst/>
          </a:prstGeom>
          <a:solidFill>
            <a:srgbClr val="A0582E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VS</a:t>
            </a:r>
            <a:endParaRPr lang="en-US" sz="2600" dirty="0"/>
          </a:p>
        </p:txBody>
      </p:sp>
      <p:sp>
        <p:nvSpPr>
          <p:cNvPr id="7" name="gasChip"/>
          <p:cNvSpPr txBox="1"/>
          <p:nvPr/>
        </p:nvSpPr>
        <p:spPr>
          <a:xfrm>
            <a:off x="2093976" y="4663440"/>
            <a:ext cx="2286000" cy="548640"/>
          </a:xfrm>
          <a:prstGeom prst="roundRect">
            <a:avLst>
              <a:gd name="adj" fmla="val 33333"/>
            </a:avLst>
          </a:prstGeom>
          <a:solidFill>
            <a:srgbClr val="E8771A"/>
          </a:solidFill>
          <a:ln>
            <a:solidFill>
              <a:srgbClr val="E877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汽油车</a:t>
            </a:r>
            <a:endParaRPr lang="en-US" sz="2200" dirty="0"/>
          </a:p>
        </p:txBody>
      </p:sp>
      <p:sp>
        <p:nvSpPr>
          <p:cNvPr id="8" name="evChip"/>
          <p:cNvSpPr txBox="1"/>
          <p:nvPr/>
        </p:nvSpPr>
        <p:spPr>
          <a:xfrm>
            <a:off x="7808976" y="4663440"/>
            <a:ext cx="2286000" cy="548640"/>
          </a:xfrm>
          <a:prstGeom prst="roundRect">
            <a:avLst>
              <a:gd name="adj" fmla="val 33333"/>
            </a:avLst>
          </a:prstGeom>
          <a:solidFill>
            <a:srgbClr val="2FA35F"/>
          </a:solidFill>
          <a:ln>
            <a:solidFill>
              <a:srgbClr val="2FA3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电动车</a:t>
            </a:r>
            <a:endParaRPr lang="en-US" sz="2200" dirty="0"/>
          </a:p>
        </p:txBody>
      </p:sp>
      <p:sp>
        <p:nvSpPr>
          <p:cNvPr id="9" name="tag"/>
          <p:cNvSpPr txBox="1"/>
          <p:nvPr/>
        </p:nvSpPr>
        <p:spPr>
          <a:xfrm>
            <a:off x="859536" y="56692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582E"/>
                </a:solidFill>
              </a:rPr>
              <a:t>小学科学 · 汽车大揭秘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第一站：汽油车的肚子里有什么？</a:t>
            </a:r>
            <a:endParaRPr lang="en-US" sz="3200" dirty="0"/>
          </a:p>
        </p:txBody>
      </p:sp>
      <p:pic>
        <p:nvPicPr>
          <p:cNvPr id="3" name="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59536" y="1508760"/>
            <a:ext cx="7680960" cy="4320540"/>
          </a:xfrm>
          <a:prstGeom prst="rect">
            <a:avLst/>
          </a:prstGeom>
        </p:spPr>
      </p:pic>
      <p:sp>
        <p:nvSpPr>
          <p:cNvPr id="4" name="tag"/>
          <p:cNvSpPr txBox="1"/>
          <p:nvPr/>
        </p:nvSpPr>
        <p:spPr>
          <a:xfrm>
            <a:off x="8823960" y="1508760"/>
            <a:ext cx="2468880" cy="502920"/>
          </a:xfrm>
          <a:prstGeom prst="roundRect">
            <a:avLst>
              <a:gd name="adj" fmla="val 36364"/>
            </a:avLst>
          </a:prstGeom>
          <a:solidFill>
            <a:srgbClr val="E8771A"/>
          </a:solidFill>
          <a:ln>
            <a:solidFill>
              <a:srgbClr val="E877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完整动画</a:t>
            </a:r>
            <a:endParaRPr lang="en-US" sz="1800" dirty="0"/>
          </a:p>
        </p:txBody>
      </p:sp>
      <p:sp>
        <p:nvSpPr>
          <p:cNvPr id="5" name="prompts"/>
          <p:cNvSpPr txBox="1"/>
          <p:nvPr/>
        </p:nvSpPr>
        <p:spPr>
          <a:xfrm>
            <a:off x="8823960" y="2194560"/>
            <a:ext cx="2514600" cy="3634740"/>
          </a:xfrm>
          <a:prstGeom prst="roundRect">
            <a:avLst>
              <a:gd name="adj" fmla="val 8000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152400" tIns="203200" rIns="203200" bIns="15240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后面每一页还有对应的小片段，可以先跳过。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边看边找一找：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油箱藏在哪里？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活塞怎样上下跑？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尾气从哪儿出来？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油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38" y="695325"/>
            <a:ext cx="1095375" cy="561975"/>
          </a:xfrm>
          <a:prstGeom prst="rect">
            <a:avLst/>
          </a:prstGeom>
        </p:spPr>
      </p:pic>
      <p:pic>
        <p:nvPicPr>
          <p:cNvPr id="3" name="illustration" descr="这个是油箱，一般装在后排座椅下面。它储存汽油，油泵再把汽油沿着油管送进发动机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这个是油箱，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一般装在后排座椅下面。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它储存汽油，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油泵再把汽油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沿着油管送进发动机。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发动机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38" y="695325"/>
            <a:ext cx="1633538" cy="566738"/>
          </a:xfrm>
          <a:prstGeom prst="rect">
            <a:avLst/>
          </a:prstGeom>
        </p:spPr>
      </p:pic>
      <p:pic>
        <p:nvPicPr>
          <p:cNvPr id="3" name="illustration" descr="这个是发动机。火花塞点燃汽油和空气，燃烧产生的力量推动活塞上下运动，带动曲轴转起来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77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953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85953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这个是发动机。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火花塞点燃汽油和空气，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燃烧产生的力量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推动活塞上下运动，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带动曲轴转起来。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变速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38" y="695325"/>
            <a:ext cx="1628775" cy="561975"/>
          </a:xfrm>
          <a:prstGeom prst="rect">
            <a:avLst/>
          </a:prstGeom>
        </p:spPr>
      </p:pic>
      <p:pic>
        <p:nvPicPr>
          <p:cNvPr id="3" name="illustration" descr="这个是变速箱。它用大小不同的齿轮配合：低挡力气大，适合起步；高挡转得快，适合快跑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这个是变速箱。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它用大小不同的齿轮配合：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低挡力气大，适合起步；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高挡转得快，适合快跑。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传动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675" y="695325"/>
            <a:ext cx="1633538" cy="566738"/>
          </a:xfrm>
          <a:prstGeom prst="rect">
            <a:avLst/>
          </a:prstGeom>
        </p:spPr>
      </p:pic>
      <p:pic>
        <p:nvPicPr>
          <p:cNvPr id="3" name="illustration" descr="这个是传动轴。它把变速箱输出的转动传给车轮，车轮转起来，汽车就前进了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77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953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85953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这个是传动轴。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它把变速箱输出的转动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传给车轮，车轮转起来，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汽车就前进了。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散热器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38" y="695325"/>
            <a:ext cx="1633538" cy="566738"/>
          </a:xfrm>
          <a:prstGeom prst="rect">
            <a:avLst/>
          </a:prstGeom>
        </p:spPr>
      </p:pic>
      <p:pic>
        <p:nvPicPr>
          <p:cNvPr id="3" name="illustration" descr="这个是散热器。发动机工作时会变得很热，冷却液把热量带到这里，风一吹就变凉，再流回发动机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这个是散热器。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发动机工作时会变得很热，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冷却液把热量带到这里，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风一吹就变凉，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再流回发动机。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机油系统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675" y="695325"/>
            <a:ext cx="2171700" cy="566738"/>
          </a:xfrm>
          <a:prstGeom prst="rect">
            <a:avLst/>
          </a:prstGeom>
        </p:spPr>
      </p:pic>
      <p:pic>
        <p:nvPicPr>
          <p:cNvPr id="3" name="illustration" descr="这个是机油。它在零件之间形成一层薄薄的油膜，减少摩擦和磨损，还能帮发动机散热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77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953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85953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这个是机油。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它在零件之间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形成一层薄薄的油膜，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减少摩擦和磨损，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还能帮发动机散热。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排气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3913" y="695325"/>
            <a:ext cx="1638300" cy="566738"/>
          </a:xfrm>
          <a:prstGeom prst="rect">
            <a:avLst/>
          </a:prstGeom>
        </p:spPr>
      </p:pic>
      <p:pic>
        <p:nvPicPr>
          <p:cNvPr id="3" name="illustration" descr="这个是排气管。它把燃烧后产生的废气排出车外，上面的消声器还能让声音变小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这个是排气管。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它把燃烧后产生的废气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排出车外，上面的消声器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A2420"/>
                </a:solidFill>
              </a:rPr>
              <a:t>还能让声音变小。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第二站：电动车的肚子里有什么？</a:t>
            </a:r>
            <a:endParaRPr lang="en-US" sz="3200" dirty="0"/>
          </a:p>
        </p:txBody>
      </p:sp>
      <p:pic>
        <p:nvPicPr>
          <p:cNvPr id="3" name="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59536" y="1508760"/>
            <a:ext cx="7680960" cy="4320540"/>
          </a:xfrm>
          <a:prstGeom prst="rect">
            <a:avLst/>
          </a:prstGeom>
        </p:spPr>
      </p:pic>
      <p:sp>
        <p:nvSpPr>
          <p:cNvPr id="4" name="tag"/>
          <p:cNvSpPr txBox="1"/>
          <p:nvPr/>
        </p:nvSpPr>
        <p:spPr>
          <a:xfrm>
            <a:off x="8823960" y="1508760"/>
            <a:ext cx="2468880" cy="502920"/>
          </a:xfrm>
          <a:prstGeom prst="roundRect">
            <a:avLst>
              <a:gd name="adj" fmla="val 36364"/>
            </a:avLst>
          </a:prstGeom>
          <a:solidFill>
            <a:srgbClr val="2FA35F"/>
          </a:solidFill>
          <a:ln>
            <a:solidFill>
              <a:srgbClr val="2FA3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完整动画</a:t>
            </a:r>
            <a:endParaRPr lang="en-US" sz="1800" dirty="0"/>
          </a:p>
        </p:txBody>
      </p:sp>
      <p:sp>
        <p:nvSpPr>
          <p:cNvPr id="5" name="prompts"/>
          <p:cNvSpPr txBox="1"/>
          <p:nvPr/>
        </p:nvSpPr>
        <p:spPr>
          <a:xfrm>
            <a:off x="8823960" y="2194560"/>
            <a:ext cx="2514600" cy="3634740"/>
          </a:xfrm>
          <a:prstGeom prst="roundRect">
            <a:avLst>
              <a:gd name="adj" fmla="val 8000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152400" tIns="203200" rIns="203200" bIns="15240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后面每一页还有对应的小片段，可以先跳过。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边看边找一找：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电池包铺在哪里？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电流往哪儿跑？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有没有排气管？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电池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695325"/>
            <a:ext cx="1581150" cy="561975"/>
          </a:xfrm>
          <a:prstGeom prst="rect">
            <a:avLst/>
          </a:prstGeom>
        </p:spPr>
      </p:pic>
      <p:pic>
        <p:nvPicPr>
          <p:cNvPr id="3" name="illustration" descr="这个是电池包，由许多块电池组成，平铺在车底。它储存电能，再把电送给电机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1EDEB"/>
          </a:solidFill>
          <a:ln>
            <a:solidFill>
              <a:srgbClr val="F1EDE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这个是电池包，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由许多块电池组成，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平铺在车底。它储存电能，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再把电送给电机。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电机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695325"/>
            <a:ext cx="1057275" cy="566738"/>
          </a:xfrm>
          <a:prstGeom prst="rect">
            <a:avLst/>
          </a:prstGeom>
        </p:spPr>
      </p:pic>
      <p:pic>
        <p:nvPicPr>
          <p:cNvPr id="3" name="illustration" descr="这个是电机。线圈通电后产生磁场，推动转子转动，把电能变成让车轮转动的动能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439" y="1417320"/>
            <a:ext cx="4786977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99367" y="1417320"/>
            <a:ext cx="5283200" cy="2971800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859536" y="4709160"/>
            <a:ext cx="5362863" cy="1554480"/>
          </a:xfrm>
          <a:prstGeom prst="roundRect">
            <a:avLst>
              <a:gd name="adj" fmla="val 11765"/>
            </a:avLst>
          </a:prstGeom>
          <a:solidFill>
            <a:srgbClr val="F1EDEB"/>
          </a:solidFill>
          <a:ln>
            <a:solidFill>
              <a:srgbClr val="F1EDE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这个是电机。线圈通电后产生磁场，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推动转子转动，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把电能变成让车轮转动的动能。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电控大脑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695325"/>
            <a:ext cx="2114550" cy="561975"/>
          </a:xfrm>
          <a:prstGeom prst="rect">
            <a:avLst/>
          </a:prstGeom>
        </p:spPr>
      </p:pic>
      <p:pic>
        <p:nvPicPr>
          <p:cNvPr id="3" name="illustration" descr="这个是电控，电动车的“大脑”。司机踩踏板，它就调节送给电机的电，控制车开得快还是慢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1EDEB"/>
          </a:solidFill>
          <a:ln>
            <a:solidFill>
              <a:srgbClr val="F1EDE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这个是电控，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电动车的“大脑”。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司机踩踏板，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它就调节送给电机的电，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控制车开得快还是慢。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回收刹车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775" y="695325"/>
            <a:ext cx="2128838" cy="566738"/>
          </a:xfrm>
          <a:prstGeom prst="rect">
            <a:avLst/>
          </a:prstGeom>
        </p:spPr>
      </p:pic>
      <p:pic>
        <p:nvPicPr>
          <p:cNvPr id="3" name="illustration" descr="这个是回收刹车。减速刹车时，电机会变成发电机，把汽车的动能变回电能，存进电池里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sp>
        <p:nvSpPr>
          <p:cNvPr id="4" name="bubble"/>
          <p:cNvSpPr txBox="1"/>
          <p:nvPr/>
        </p:nvSpPr>
        <p:spPr>
          <a:xfrm>
            <a:off x="7351216" y="2468880"/>
            <a:ext cx="3978200" cy="2743200"/>
          </a:xfrm>
          <a:prstGeom prst="roundRect">
            <a:avLst>
              <a:gd name="adj" fmla="val 6667"/>
            </a:avLst>
          </a:prstGeom>
          <a:solidFill>
            <a:srgbClr val="F1EDEB"/>
          </a:solidFill>
          <a:ln>
            <a:solidFill>
              <a:srgbClr val="F1EDE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这个是回收刹车。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减速刹车时，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电机会变成发电机，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把汽车的动能变回电能，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329"/>
                </a:solidFill>
              </a:rPr>
              <a:t>存进电池里。</a:t>
            </a:r>
            <a:endParaRPr lang="en-US" sz="22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比一比：谁的零件多？</a:t>
            </a:r>
            <a:endParaRPr lang="en-US" sz="3200" dirty="0"/>
          </a:p>
        </p:txBody>
      </p:sp>
      <p:pic>
        <p:nvPicPr>
          <p:cNvPr id="3" name="compare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59536" y="1463040"/>
            <a:ext cx="5852160" cy="3291840"/>
          </a:xfrm>
          <a:prstGeom prst="rect">
            <a:avLst/>
          </a:prstGeom>
        </p:spPr>
      </p:pic>
      <p:sp>
        <p:nvSpPr>
          <p:cNvPr id="4" name="videoHint"/>
          <p:cNvSpPr txBox="1"/>
          <p:nvPr/>
        </p:nvSpPr>
        <p:spPr>
          <a:xfrm>
            <a:off x="859536" y="482803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6A5C"/>
                </a:solidFill>
              </a:rPr>
              <a:t>▶ 点一下，看两辆车拆开</a:t>
            </a:r>
            <a:endParaRPr lang="en-US" sz="1800" dirty="0"/>
          </a:p>
        </p:txBody>
      </p:sp>
      <p:sp>
        <p:nvSpPr>
          <p:cNvPr id="5" name="dotsPanel"/>
          <p:cNvSpPr/>
          <p:nvPr/>
        </p:nvSpPr>
        <p:spPr>
          <a:xfrm>
            <a:off x="6995160" y="1463040"/>
            <a:ext cx="4334256" cy="3730752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gasChip"/>
          <p:cNvSpPr txBox="1"/>
          <p:nvPr/>
        </p:nvSpPr>
        <p:spPr>
          <a:xfrm>
            <a:off x="7196328" y="1627632"/>
            <a:ext cx="1188720" cy="438912"/>
          </a:xfrm>
          <a:prstGeom prst="roundRect">
            <a:avLst>
              <a:gd name="adj" fmla="val 41667"/>
            </a:avLst>
          </a:prstGeom>
          <a:solidFill>
            <a:srgbClr val="E8771A"/>
          </a:solidFill>
          <a:ln>
            <a:solidFill>
              <a:srgbClr val="E877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汽油车</a:t>
            </a:r>
            <a:endParaRPr lang="en-US" sz="1800" dirty="0"/>
          </a:p>
        </p:txBody>
      </p:sp>
      <p:sp>
        <p:nvSpPr>
          <p:cNvPr id="7" name="gasMany"/>
          <p:cNvSpPr txBox="1"/>
          <p:nvPr/>
        </p:nvSpPr>
        <p:spPr>
          <a:xfrm>
            <a:off x="8531352" y="162763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71A"/>
                </a:solidFill>
              </a:rPr>
              <a:t>零件好多好多！</a:t>
            </a:r>
            <a:endParaRPr lang="en-US" sz="2200" dirty="0"/>
          </a:p>
        </p:txBody>
      </p:sp>
      <p:sp>
        <p:nvSpPr>
          <p:cNvPr id="8" name="gasDot0"/>
          <p:cNvSpPr/>
          <p:nvPr/>
        </p:nvSpPr>
        <p:spPr>
          <a:xfrm>
            <a:off x="7226046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" name="gasDot1"/>
          <p:cNvSpPr/>
          <p:nvPr/>
        </p:nvSpPr>
        <p:spPr>
          <a:xfrm>
            <a:off x="7422642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" name="gasDot2"/>
          <p:cNvSpPr/>
          <p:nvPr/>
        </p:nvSpPr>
        <p:spPr>
          <a:xfrm>
            <a:off x="7619238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" name="gasDot3"/>
          <p:cNvSpPr/>
          <p:nvPr/>
        </p:nvSpPr>
        <p:spPr>
          <a:xfrm>
            <a:off x="7815834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" name="gasDot4"/>
          <p:cNvSpPr/>
          <p:nvPr/>
        </p:nvSpPr>
        <p:spPr>
          <a:xfrm>
            <a:off x="8012430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" name="gasDot5"/>
          <p:cNvSpPr/>
          <p:nvPr/>
        </p:nvSpPr>
        <p:spPr>
          <a:xfrm>
            <a:off x="8209026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" name="gasDot6"/>
          <p:cNvSpPr/>
          <p:nvPr/>
        </p:nvSpPr>
        <p:spPr>
          <a:xfrm>
            <a:off x="8405622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" name="gasDot7"/>
          <p:cNvSpPr/>
          <p:nvPr/>
        </p:nvSpPr>
        <p:spPr>
          <a:xfrm>
            <a:off x="8602218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" name="gasDot8"/>
          <p:cNvSpPr/>
          <p:nvPr/>
        </p:nvSpPr>
        <p:spPr>
          <a:xfrm>
            <a:off x="8798814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" name="gasDot9"/>
          <p:cNvSpPr/>
          <p:nvPr/>
        </p:nvSpPr>
        <p:spPr>
          <a:xfrm>
            <a:off x="8995410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" name="gasDot10"/>
          <p:cNvSpPr/>
          <p:nvPr/>
        </p:nvSpPr>
        <p:spPr>
          <a:xfrm>
            <a:off x="9192006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" name="gasDot11"/>
          <p:cNvSpPr/>
          <p:nvPr/>
        </p:nvSpPr>
        <p:spPr>
          <a:xfrm>
            <a:off x="9388602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" name="gasDot12"/>
          <p:cNvSpPr/>
          <p:nvPr/>
        </p:nvSpPr>
        <p:spPr>
          <a:xfrm>
            <a:off x="9585198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1" name="gasDot13"/>
          <p:cNvSpPr/>
          <p:nvPr/>
        </p:nvSpPr>
        <p:spPr>
          <a:xfrm>
            <a:off x="9781794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2" name="gasDot14"/>
          <p:cNvSpPr/>
          <p:nvPr/>
        </p:nvSpPr>
        <p:spPr>
          <a:xfrm>
            <a:off x="9978390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3" name="gasDot15"/>
          <p:cNvSpPr/>
          <p:nvPr/>
        </p:nvSpPr>
        <p:spPr>
          <a:xfrm>
            <a:off x="10174986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4" name="gasDot16"/>
          <p:cNvSpPr/>
          <p:nvPr/>
        </p:nvSpPr>
        <p:spPr>
          <a:xfrm>
            <a:off x="10371582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5" name="gasDot17"/>
          <p:cNvSpPr/>
          <p:nvPr/>
        </p:nvSpPr>
        <p:spPr>
          <a:xfrm>
            <a:off x="10568178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6" name="gasDot18"/>
          <p:cNvSpPr/>
          <p:nvPr/>
        </p:nvSpPr>
        <p:spPr>
          <a:xfrm>
            <a:off x="10764774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7" name="gasDot19"/>
          <p:cNvSpPr/>
          <p:nvPr/>
        </p:nvSpPr>
        <p:spPr>
          <a:xfrm>
            <a:off x="10961370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8" name="gasDot20"/>
          <p:cNvSpPr/>
          <p:nvPr/>
        </p:nvSpPr>
        <p:spPr>
          <a:xfrm>
            <a:off x="7226046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9" name="gasDot21"/>
          <p:cNvSpPr/>
          <p:nvPr/>
        </p:nvSpPr>
        <p:spPr>
          <a:xfrm>
            <a:off x="7422642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0" name="gasDot22"/>
          <p:cNvSpPr/>
          <p:nvPr/>
        </p:nvSpPr>
        <p:spPr>
          <a:xfrm>
            <a:off x="7619238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1" name="gasDot23"/>
          <p:cNvSpPr/>
          <p:nvPr/>
        </p:nvSpPr>
        <p:spPr>
          <a:xfrm>
            <a:off x="7815834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2" name="gasDot24"/>
          <p:cNvSpPr/>
          <p:nvPr/>
        </p:nvSpPr>
        <p:spPr>
          <a:xfrm>
            <a:off x="8012430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3" name="gasDot25"/>
          <p:cNvSpPr/>
          <p:nvPr/>
        </p:nvSpPr>
        <p:spPr>
          <a:xfrm>
            <a:off x="8209026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4" name="gasDot26"/>
          <p:cNvSpPr/>
          <p:nvPr/>
        </p:nvSpPr>
        <p:spPr>
          <a:xfrm>
            <a:off x="8405622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5" name="gasDot27"/>
          <p:cNvSpPr/>
          <p:nvPr/>
        </p:nvSpPr>
        <p:spPr>
          <a:xfrm>
            <a:off x="8602218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6" name="gasDot28"/>
          <p:cNvSpPr/>
          <p:nvPr/>
        </p:nvSpPr>
        <p:spPr>
          <a:xfrm>
            <a:off x="8798814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7" name="gasDot29"/>
          <p:cNvSpPr/>
          <p:nvPr/>
        </p:nvSpPr>
        <p:spPr>
          <a:xfrm>
            <a:off x="8995410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8" name="gasDot30"/>
          <p:cNvSpPr/>
          <p:nvPr/>
        </p:nvSpPr>
        <p:spPr>
          <a:xfrm>
            <a:off x="9192006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9" name="gasDot31"/>
          <p:cNvSpPr/>
          <p:nvPr/>
        </p:nvSpPr>
        <p:spPr>
          <a:xfrm>
            <a:off x="9388602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0" name="gasDot32"/>
          <p:cNvSpPr/>
          <p:nvPr/>
        </p:nvSpPr>
        <p:spPr>
          <a:xfrm>
            <a:off x="9585198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1" name="gasDot33"/>
          <p:cNvSpPr/>
          <p:nvPr/>
        </p:nvSpPr>
        <p:spPr>
          <a:xfrm>
            <a:off x="9781794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2" name="gasDot34"/>
          <p:cNvSpPr/>
          <p:nvPr/>
        </p:nvSpPr>
        <p:spPr>
          <a:xfrm>
            <a:off x="9978390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3" name="gasDot35"/>
          <p:cNvSpPr/>
          <p:nvPr/>
        </p:nvSpPr>
        <p:spPr>
          <a:xfrm>
            <a:off x="10174986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4" name="gasDot36"/>
          <p:cNvSpPr/>
          <p:nvPr/>
        </p:nvSpPr>
        <p:spPr>
          <a:xfrm>
            <a:off x="10371582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5" name="gasDot37"/>
          <p:cNvSpPr/>
          <p:nvPr/>
        </p:nvSpPr>
        <p:spPr>
          <a:xfrm>
            <a:off x="10568178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6" name="gasDot38"/>
          <p:cNvSpPr/>
          <p:nvPr/>
        </p:nvSpPr>
        <p:spPr>
          <a:xfrm>
            <a:off x="10764774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7" name="gasDot39"/>
          <p:cNvSpPr/>
          <p:nvPr/>
        </p:nvSpPr>
        <p:spPr>
          <a:xfrm>
            <a:off x="10961370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8" name="gasDot40"/>
          <p:cNvSpPr/>
          <p:nvPr/>
        </p:nvSpPr>
        <p:spPr>
          <a:xfrm>
            <a:off x="7226046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9" name="gasDot41"/>
          <p:cNvSpPr/>
          <p:nvPr/>
        </p:nvSpPr>
        <p:spPr>
          <a:xfrm>
            <a:off x="7422642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0" name="gasDot42"/>
          <p:cNvSpPr/>
          <p:nvPr/>
        </p:nvSpPr>
        <p:spPr>
          <a:xfrm>
            <a:off x="7619238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1" name="gasDot43"/>
          <p:cNvSpPr/>
          <p:nvPr/>
        </p:nvSpPr>
        <p:spPr>
          <a:xfrm>
            <a:off x="7815834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2" name="gasDot44"/>
          <p:cNvSpPr/>
          <p:nvPr/>
        </p:nvSpPr>
        <p:spPr>
          <a:xfrm>
            <a:off x="8012430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3" name="gasDot45"/>
          <p:cNvSpPr/>
          <p:nvPr/>
        </p:nvSpPr>
        <p:spPr>
          <a:xfrm>
            <a:off x="8209026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4" name="gasDot46"/>
          <p:cNvSpPr/>
          <p:nvPr/>
        </p:nvSpPr>
        <p:spPr>
          <a:xfrm>
            <a:off x="8405622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5" name="gasDot47"/>
          <p:cNvSpPr/>
          <p:nvPr/>
        </p:nvSpPr>
        <p:spPr>
          <a:xfrm>
            <a:off x="8602218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6" name="gasDot48"/>
          <p:cNvSpPr/>
          <p:nvPr/>
        </p:nvSpPr>
        <p:spPr>
          <a:xfrm>
            <a:off x="8798814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7" name="gasDot49"/>
          <p:cNvSpPr/>
          <p:nvPr/>
        </p:nvSpPr>
        <p:spPr>
          <a:xfrm>
            <a:off x="8995410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8" name="gasDot50"/>
          <p:cNvSpPr/>
          <p:nvPr/>
        </p:nvSpPr>
        <p:spPr>
          <a:xfrm>
            <a:off x="9192006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9" name="gasDot51"/>
          <p:cNvSpPr/>
          <p:nvPr/>
        </p:nvSpPr>
        <p:spPr>
          <a:xfrm>
            <a:off x="9388602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0" name="gasDot52"/>
          <p:cNvSpPr/>
          <p:nvPr/>
        </p:nvSpPr>
        <p:spPr>
          <a:xfrm>
            <a:off x="9585198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1" name="gasDot53"/>
          <p:cNvSpPr/>
          <p:nvPr/>
        </p:nvSpPr>
        <p:spPr>
          <a:xfrm>
            <a:off x="9781794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2" name="gasDot54"/>
          <p:cNvSpPr/>
          <p:nvPr/>
        </p:nvSpPr>
        <p:spPr>
          <a:xfrm>
            <a:off x="9978390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3" name="gasDot55"/>
          <p:cNvSpPr/>
          <p:nvPr/>
        </p:nvSpPr>
        <p:spPr>
          <a:xfrm>
            <a:off x="10174986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4" name="gasDot56"/>
          <p:cNvSpPr/>
          <p:nvPr/>
        </p:nvSpPr>
        <p:spPr>
          <a:xfrm>
            <a:off x="10371582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5" name="gasDot57"/>
          <p:cNvSpPr/>
          <p:nvPr/>
        </p:nvSpPr>
        <p:spPr>
          <a:xfrm>
            <a:off x="10568178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6" name="gasDot58"/>
          <p:cNvSpPr/>
          <p:nvPr/>
        </p:nvSpPr>
        <p:spPr>
          <a:xfrm>
            <a:off x="10764774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7" name="gasDot59"/>
          <p:cNvSpPr/>
          <p:nvPr/>
        </p:nvSpPr>
        <p:spPr>
          <a:xfrm>
            <a:off x="10961370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8" name="gasDot60"/>
          <p:cNvSpPr/>
          <p:nvPr/>
        </p:nvSpPr>
        <p:spPr>
          <a:xfrm>
            <a:off x="7226046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9" name="gasDot61"/>
          <p:cNvSpPr/>
          <p:nvPr/>
        </p:nvSpPr>
        <p:spPr>
          <a:xfrm>
            <a:off x="7422642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0" name="gasDot62"/>
          <p:cNvSpPr/>
          <p:nvPr/>
        </p:nvSpPr>
        <p:spPr>
          <a:xfrm>
            <a:off x="7619238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1" name="gasDot63"/>
          <p:cNvSpPr/>
          <p:nvPr/>
        </p:nvSpPr>
        <p:spPr>
          <a:xfrm>
            <a:off x="7815834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2" name="gasDot64"/>
          <p:cNvSpPr/>
          <p:nvPr/>
        </p:nvSpPr>
        <p:spPr>
          <a:xfrm>
            <a:off x="8012430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3" name="gasDot65"/>
          <p:cNvSpPr/>
          <p:nvPr/>
        </p:nvSpPr>
        <p:spPr>
          <a:xfrm>
            <a:off x="8209026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4" name="gasDot66"/>
          <p:cNvSpPr/>
          <p:nvPr/>
        </p:nvSpPr>
        <p:spPr>
          <a:xfrm>
            <a:off x="8405622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5" name="gasDot67"/>
          <p:cNvSpPr/>
          <p:nvPr/>
        </p:nvSpPr>
        <p:spPr>
          <a:xfrm>
            <a:off x="8602218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6" name="gasDot68"/>
          <p:cNvSpPr/>
          <p:nvPr/>
        </p:nvSpPr>
        <p:spPr>
          <a:xfrm>
            <a:off x="8798814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7" name="gasDot69"/>
          <p:cNvSpPr/>
          <p:nvPr/>
        </p:nvSpPr>
        <p:spPr>
          <a:xfrm>
            <a:off x="8995410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8" name="gasDot70"/>
          <p:cNvSpPr/>
          <p:nvPr/>
        </p:nvSpPr>
        <p:spPr>
          <a:xfrm>
            <a:off x="9192006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9" name="gasDot71"/>
          <p:cNvSpPr/>
          <p:nvPr/>
        </p:nvSpPr>
        <p:spPr>
          <a:xfrm>
            <a:off x="9388602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0" name="gasDot72"/>
          <p:cNvSpPr/>
          <p:nvPr/>
        </p:nvSpPr>
        <p:spPr>
          <a:xfrm>
            <a:off x="9585198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1" name="gasDot73"/>
          <p:cNvSpPr/>
          <p:nvPr/>
        </p:nvSpPr>
        <p:spPr>
          <a:xfrm>
            <a:off x="9781794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2" name="gasDot74"/>
          <p:cNvSpPr/>
          <p:nvPr/>
        </p:nvSpPr>
        <p:spPr>
          <a:xfrm>
            <a:off x="9978390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3" name="gasDot75"/>
          <p:cNvSpPr/>
          <p:nvPr/>
        </p:nvSpPr>
        <p:spPr>
          <a:xfrm>
            <a:off x="10174986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4" name="gasDot76"/>
          <p:cNvSpPr/>
          <p:nvPr/>
        </p:nvSpPr>
        <p:spPr>
          <a:xfrm>
            <a:off x="10371582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5" name="gasDot77"/>
          <p:cNvSpPr/>
          <p:nvPr/>
        </p:nvSpPr>
        <p:spPr>
          <a:xfrm>
            <a:off x="10568178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6" name="gasDot78"/>
          <p:cNvSpPr/>
          <p:nvPr/>
        </p:nvSpPr>
        <p:spPr>
          <a:xfrm>
            <a:off x="10764774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7" name="gasDot79"/>
          <p:cNvSpPr/>
          <p:nvPr/>
        </p:nvSpPr>
        <p:spPr>
          <a:xfrm>
            <a:off x="10961370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8" name="gasDot80"/>
          <p:cNvSpPr/>
          <p:nvPr/>
        </p:nvSpPr>
        <p:spPr>
          <a:xfrm>
            <a:off x="7226046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9" name="gasDot81"/>
          <p:cNvSpPr/>
          <p:nvPr/>
        </p:nvSpPr>
        <p:spPr>
          <a:xfrm>
            <a:off x="7422642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0" name="gasDot82"/>
          <p:cNvSpPr/>
          <p:nvPr/>
        </p:nvSpPr>
        <p:spPr>
          <a:xfrm>
            <a:off x="7619238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1" name="gasDot83"/>
          <p:cNvSpPr/>
          <p:nvPr/>
        </p:nvSpPr>
        <p:spPr>
          <a:xfrm>
            <a:off x="7815834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2" name="gasDot84"/>
          <p:cNvSpPr/>
          <p:nvPr/>
        </p:nvSpPr>
        <p:spPr>
          <a:xfrm>
            <a:off x="8012430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3" name="gasDot85"/>
          <p:cNvSpPr/>
          <p:nvPr/>
        </p:nvSpPr>
        <p:spPr>
          <a:xfrm>
            <a:off x="8209026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4" name="gasDot86"/>
          <p:cNvSpPr/>
          <p:nvPr/>
        </p:nvSpPr>
        <p:spPr>
          <a:xfrm>
            <a:off x="8405622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5" name="gasDot87"/>
          <p:cNvSpPr/>
          <p:nvPr/>
        </p:nvSpPr>
        <p:spPr>
          <a:xfrm>
            <a:off x="8602218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6" name="gasDot88"/>
          <p:cNvSpPr/>
          <p:nvPr/>
        </p:nvSpPr>
        <p:spPr>
          <a:xfrm>
            <a:off x="8798814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7" name="gasDot89"/>
          <p:cNvSpPr/>
          <p:nvPr/>
        </p:nvSpPr>
        <p:spPr>
          <a:xfrm>
            <a:off x="8995410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8" name="gasDot90"/>
          <p:cNvSpPr/>
          <p:nvPr/>
        </p:nvSpPr>
        <p:spPr>
          <a:xfrm>
            <a:off x="9192006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9" name="gasDot91"/>
          <p:cNvSpPr/>
          <p:nvPr/>
        </p:nvSpPr>
        <p:spPr>
          <a:xfrm>
            <a:off x="9388602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0" name="gasDot92"/>
          <p:cNvSpPr/>
          <p:nvPr/>
        </p:nvSpPr>
        <p:spPr>
          <a:xfrm>
            <a:off x="9585198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1" name="gasDot93"/>
          <p:cNvSpPr/>
          <p:nvPr/>
        </p:nvSpPr>
        <p:spPr>
          <a:xfrm>
            <a:off x="9781794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2" name="gasDot94"/>
          <p:cNvSpPr/>
          <p:nvPr/>
        </p:nvSpPr>
        <p:spPr>
          <a:xfrm>
            <a:off x="9978390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3" name="gasDot95"/>
          <p:cNvSpPr/>
          <p:nvPr/>
        </p:nvSpPr>
        <p:spPr>
          <a:xfrm>
            <a:off x="10174986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4" name="gasDot96"/>
          <p:cNvSpPr/>
          <p:nvPr/>
        </p:nvSpPr>
        <p:spPr>
          <a:xfrm>
            <a:off x="10371582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5" name="gasDot97"/>
          <p:cNvSpPr/>
          <p:nvPr/>
        </p:nvSpPr>
        <p:spPr>
          <a:xfrm>
            <a:off x="10568178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6" name="gasDot98"/>
          <p:cNvSpPr/>
          <p:nvPr/>
        </p:nvSpPr>
        <p:spPr>
          <a:xfrm>
            <a:off x="10764774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7" name="gasDot99"/>
          <p:cNvSpPr/>
          <p:nvPr/>
        </p:nvSpPr>
        <p:spPr>
          <a:xfrm>
            <a:off x="10961370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8" name="gasDot100"/>
          <p:cNvSpPr/>
          <p:nvPr/>
        </p:nvSpPr>
        <p:spPr>
          <a:xfrm>
            <a:off x="7226046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9" name="gasDot101"/>
          <p:cNvSpPr/>
          <p:nvPr/>
        </p:nvSpPr>
        <p:spPr>
          <a:xfrm>
            <a:off x="7422642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0" name="gasDot102"/>
          <p:cNvSpPr/>
          <p:nvPr/>
        </p:nvSpPr>
        <p:spPr>
          <a:xfrm>
            <a:off x="7619238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1" name="gasDot103"/>
          <p:cNvSpPr/>
          <p:nvPr/>
        </p:nvSpPr>
        <p:spPr>
          <a:xfrm>
            <a:off x="7815834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2" name="gasDot104"/>
          <p:cNvSpPr/>
          <p:nvPr/>
        </p:nvSpPr>
        <p:spPr>
          <a:xfrm>
            <a:off x="8012430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3" name="gasDot105"/>
          <p:cNvSpPr/>
          <p:nvPr/>
        </p:nvSpPr>
        <p:spPr>
          <a:xfrm>
            <a:off x="8209026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4" name="gasDot106"/>
          <p:cNvSpPr/>
          <p:nvPr/>
        </p:nvSpPr>
        <p:spPr>
          <a:xfrm>
            <a:off x="8405622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5" name="gasDot107"/>
          <p:cNvSpPr/>
          <p:nvPr/>
        </p:nvSpPr>
        <p:spPr>
          <a:xfrm>
            <a:off x="8602218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6" name="gasDot108"/>
          <p:cNvSpPr/>
          <p:nvPr/>
        </p:nvSpPr>
        <p:spPr>
          <a:xfrm>
            <a:off x="8798814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7" name="gasDot109"/>
          <p:cNvSpPr/>
          <p:nvPr/>
        </p:nvSpPr>
        <p:spPr>
          <a:xfrm>
            <a:off x="8995410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8" name="gasDot110"/>
          <p:cNvSpPr/>
          <p:nvPr/>
        </p:nvSpPr>
        <p:spPr>
          <a:xfrm>
            <a:off x="9192006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9" name="gasDot111"/>
          <p:cNvSpPr/>
          <p:nvPr/>
        </p:nvSpPr>
        <p:spPr>
          <a:xfrm>
            <a:off x="9388602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0" name="gasDot112"/>
          <p:cNvSpPr/>
          <p:nvPr/>
        </p:nvSpPr>
        <p:spPr>
          <a:xfrm>
            <a:off x="9585198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1" name="gasDot113"/>
          <p:cNvSpPr/>
          <p:nvPr/>
        </p:nvSpPr>
        <p:spPr>
          <a:xfrm>
            <a:off x="9781794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2" name="gasDot114"/>
          <p:cNvSpPr/>
          <p:nvPr/>
        </p:nvSpPr>
        <p:spPr>
          <a:xfrm>
            <a:off x="9978390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3" name="gasDot115"/>
          <p:cNvSpPr/>
          <p:nvPr/>
        </p:nvSpPr>
        <p:spPr>
          <a:xfrm>
            <a:off x="10174986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4" name="gasDot116"/>
          <p:cNvSpPr/>
          <p:nvPr/>
        </p:nvSpPr>
        <p:spPr>
          <a:xfrm>
            <a:off x="10371582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5" name="gasDot117"/>
          <p:cNvSpPr/>
          <p:nvPr/>
        </p:nvSpPr>
        <p:spPr>
          <a:xfrm>
            <a:off x="10568178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6" name="gasDot118"/>
          <p:cNvSpPr/>
          <p:nvPr/>
        </p:nvSpPr>
        <p:spPr>
          <a:xfrm>
            <a:off x="10764774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7" name="gasDot119"/>
          <p:cNvSpPr/>
          <p:nvPr/>
        </p:nvSpPr>
        <p:spPr>
          <a:xfrm>
            <a:off x="10961370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8" name="gasDot120"/>
          <p:cNvSpPr/>
          <p:nvPr/>
        </p:nvSpPr>
        <p:spPr>
          <a:xfrm>
            <a:off x="7226046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9" name="gasDot121"/>
          <p:cNvSpPr/>
          <p:nvPr/>
        </p:nvSpPr>
        <p:spPr>
          <a:xfrm>
            <a:off x="7422642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0" name="gasDot122"/>
          <p:cNvSpPr/>
          <p:nvPr/>
        </p:nvSpPr>
        <p:spPr>
          <a:xfrm>
            <a:off x="7619238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1" name="gasDot123"/>
          <p:cNvSpPr/>
          <p:nvPr/>
        </p:nvSpPr>
        <p:spPr>
          <a:xfrm>
            <a:off x="7815834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2" name="gasDot124"/>
          <p:cNvSpPr/>
          <p:nvPr/>
        </p:nvSpPr>
        <p:spPr>
          <a:xfrm>
            <a:off x="8012430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3" name="gasDot125"/>
          <p:cNvSpPr/>
          <p:nvPr/>
        </p:nvSpPr>
        <p:spPr>
          <a:xfrm>
            <a:off x="8209026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4" name="gasDot126"/>
          <p:cNvSpPr/>
          <p:nvPr/>
        </p:nvSpPr>
        <p:spPr>
          <a:xfrm>
            <a:off x="8405622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5" name="gasDot127"/>
          <p:cNvSpPr/>
          <p:nvPr/>
        </p:nvSpPr>
        <p:spPr>
          <a:xfrm>
            <a:off x="8602218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6" name="gasDot128"/>
          <p:cNvSpPr/>
          <p:nvPr/>
        </p:nvSpPr>
        <p:spPr>
          <a:xfrm>
            <a:off x="8798814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7" name="gasDot129"/>
          <p:cNvSpPr/>
          <p:nvPr/>
        </p:nvSpPr>
        <p:spPr>
          <a:xfrm>
            <a:off x="8995410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8" name="gasDot130"/>
          <p:cNvSpPr/>
          <p:nvPr/>
        </p:nvSpPr>
        <p:spPr>
          <a:xfrm>
            <a:off x="9192006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9" name="gasDot131"/>
          <p:cNvSpPr/>
          <p:nvPr/>
        </p:nvSpPr>
        <p:spPr>
          <a:xfrm>
            <a:off x="9388602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0" name="gasDot132"/>
          <p:cNvSpPr/>
          <p:nvPr/>
        </p:nvSpPr>
        <p:spPr>
          <a:xfrm>
            <a:off x="9585198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1" name="gasDot133"/>
          <p:cNvSpPr/>
          <p:nvPr/>
        </p:nvSpPr>
        <p:spPr>
          <a:xfrm>
            <a:off x="9781794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2" name="gasDot134"/>
          <p:cNvSpPr/>
          <p:nvPr/>
        </p:nvSpPr>
        <p:spPr>
          <a:xfrm>
            <a:off x="9978390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3" name="gasDot135"/>
          <p:cNvSpPr/>
          <p:nvPr/>
        </p:nvSpPr>
        <p:spPr>
          <a:xfrm>
            <a:off x="10174986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4" name="gasDot136"/>
          <p:cNvSpPr/>
          <p:nvPr/>
        </p:nvSpPr>
        <p:spPr>
          <a:xfrm>
            <a:off x="10371582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5" name="gasDot137"/>
          <p:cNvSpPr/>
          <p:nvPr/>
        </p:nvSpPr>
        <p:spPr>
          <a:xfrm>
            <a:off x="10568178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6" name="gasDot138"/>
          <p:cNvSpPr/>
          <p:nvPr/>
        </p:nvSpPr>
        <p:spPr>
          <a:xfrm>
            <a:off x="10764774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7" name="gasDot139"/>
          <p:cNvSpPr/>
          <p:nvPr/>
        </p:nvSpPr>
        <p:spPr>
          <a:xfrm>
            <a:off x="10961370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8" name="gasDot140"/>
          <p:cNvSpPr/>
          <p:nvPr/>
        </p:nvSpPr>
        <p:spPr>
          <a:xfrm>
            <a:off x="7226046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9" name="gasDot141"/>
          <p:cNvSpPr/>
          <p:nvPr/>
        </p:nvSpPr>
        <p:spPr>
          <a:xfrm>
            <a:off x="7422642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0" name="gasDot142"/>
          <p:cNvSpPr/>
          <p:nvPr/>
        </p:nvSpPr>
        <p:spPr>
          <a:xfrm>
            <a:off x="7619238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1" name="gasDot143"/>
          <p:cNvSpPr/>
          <p:nvPr/>
        </p:nvSpPr>
        <p:spPr>
          <a:xfrm>
            <a:off x="7815834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2" name="gasDot144"/>
          <p:cNvSpPr/>
          <p:nvPr/>
        </p:nvSpPr>
        <p:spPr>
          <a:xfrm>
            <a:off x="8012430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3" name="gasDot145"/>
          <p:cNvSpPr/>
          <p:nvPr/>
        </p:nvSpPr>
        <p:spPr>
          <a:xfrm>
            <a:off x="8209026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4" name="gasDot146"/>
          <p:cNvSpPr/>
          <p:nvPr/>
        </p:nvSpPr>
        <p:spPr>
          <a:xfrm>
            <a:off x="8405622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5" name="gasDot147"/>
          <p:cNvSpPr/>
          <p:nvPr/>
        </p:nvSpPr>
        <p:spPr>
          <a:xfrm>
            <a:off x="8602218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6" name="gasDot148"/>
          <p:cNvSpPr/>
          <p:nvPr/>
        </p:nvSpPr>
        <p:spPr>
          <a:xfrm>
            <a:off x="8798814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7" name="gasDot149"/>
          <p:cNvSpPr/>
          <p:nvPr/>
        </p:nvSpPr>
        <p:spPr>
          <a:xfrm>
            <a:off x="8995410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8" name="gasDot150"/>
          <p:cNvSpPr/>
          <p:nvPr/>
        </p:nvSpPr>
        <p:spPr>
          <a:xfrm>
            <a:off x="9192006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9" name="gasDot151"/>
          <p:cNvSpPr/>
          <p:nvPr/>
        </p:nvSpPr>
        <p:spPr>
          <a:xfrm>
            <a:off x="9388602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0" name="gasDot152"/>
          <p:cNvSpPr/>
          <p:nvPr/>
        </p:nvSpPr>
        <p:spPr>
          <a:xfrm>
            <a:off x="9585198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1" name="gasDot153"/>
          <p:cNvSpPr/>
          <p:nvPr/>
        </p:nvSpPr>
        <p:spPr>
          <a:xfrm>
            <a:off x="9781794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2" name="gasDot154"/>
          <p:cNvSpPr/>
          <p:nvPr/>
        </p:nvSpPr>
        <p:spPr>
          <a:xfrm>
            <a:off x="9978390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3" name="gasDot155"/>
          <p:cNvSpPr/>
          <p:nvPr/>
        </p:nvSpPr>
        <p:spPr>
          <a:xfrm>
            <a:off x="10174986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4" name="gasDot156"/>
          <p:cNvSpPr/>
          <p:nvPr/>
        </p:nvSpPr>
        <p:spPr>
          <a:xfrm>
            <a:off x="10371582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5" name="gasDot157"/>
          <p:cNvSpPr/>
          <p:nvPr/>
        </p:nvSpPr>
        <p:spPr>
          <a:xfrm>
            <a:off x="10568178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6" name="gasDot158"/>
          <p:cNvSpPr/>
          <p:nvPr/>
        </p:nvSpPr>
        <p:spPr>
          <a:xfrm>
            <a:off x="10764774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7" name="gasDot159"/>
          <p:cNvSpPr/>
          <p:nvPr/>
        </p:nvSpPr>
        <p:spPr>
          <a:xfrm>
            <a:off x="10961370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8" name="gasDot160"/>
          <p:cNvSpPr/>
          <p:nvPr/>
        </p:nvSpPr>
        <p:spPr>
          <a:xfrm>
            <a:off x="7226046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9" name="gasDot161"/>
          <p:cNvSpPr/>
          <p:nvPr/>
        </p:nvSpPr>
        <p:spPr>
          <a:xfrm>
            <a:off x="7422642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0" name="gasDot162"/>
          <p:cNvSpPr/>
          <p:nvPr/>
        </p:nvSpPr>
        <p:spPr>
          <a:xfrm>
            <a:off x="7619238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1" name="gasDot163"/>
          <p:cNvSpPr/>
          <p:nvPr/>
        </p:nvSpPr>
        <p:spPr>
          <a:xfrm>
            <a:off x="7815834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2" name="gasDot164"/>
          <p:cNvSpPr/>
          <p:nvPr/>
        </p:nvSpPr>
        <p:spPr>
          <a:xfrm>
            <a:off x="8012430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3" name="gasDot165"/>
          <p:cNvSpPr/>
          <p:nvPr/>
        </p:nvSpPr>
        <p:spPr>
          <a:xfrm>
            <a:off x="8209026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4" name="gasDot166"/>
          <p:cNvSpPr/>
          <p:nvPr/>
        </p:nvSpPr>
        <p:spPr>
          <a:xfrm>
            <a:off x="8405622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5" name="gasDot167"/>
          <p:cNvSpPr/>
          <p:nvPr/>
        </p:nvSpPr>
        <p:spPr>
          <a:xfrm>
            <a:off x="8602218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6" name="gasDot168"/>
          <p:cNvSpPr/>
          <p:nvPr/>
        </p:nvSpPr>
        <p:spPr>
          <a:xfrm>
            <a:off x="8798814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7" name="gasDot169"/>
          <p:cNvSpPr/>
          <p:nvPr/>
        </p:nvSpPr>
        <p:spPr>
          <a:xfrm>
            <a:off x="8995410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8" name="gasDot170"/>
          <p:cNvSpPr/>
          <p:nvPr/>
        </p:nvSpPr>
        <p:spPr>
          <a:xfrm>
            <a:off x="9192006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9" name="gasDot171"/>
          <p:cNvSpPr/>
          <p:nvPr/>
        </p:nvSpPr>
        <p:spPr>
          <a:xfrm>
            <a:off x="9388602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0" name="gasDot172"/>
          <p:cNvSpPr/>
          <p:nvPr/>
        </p:nvSpPr>
        <p:spPr>
          <a:xfrm>
            <a:off x="9585198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1" name="gasDot173"/>
          <p:cNvSpPr/>
          <p:nvPr/>
        </p:nvSpPr>
        <p:spPr>
          <a:xfrm>
            <a:off x="9781794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2" name="gasDot174"/>
          <p:cNvSpPr/>
          <p:nvPr/>
        </p:nvSpPr>
        <p:spPr>
          <a:xfrm>
            <a:off x="9978390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3" name="gasDot175"/>
          <p:cNvSpPr/>
          <p:nvPr/>
        </p:nvSpPr>
        <p:spPr>
          <a:xfrm>
            <a:off x="10174986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4" name="gasDot176"/>
          <p:cNvSpPr/>
          <p:nvPr/>
        </p:nvSpPr>
        <p:spPr>
          <a:xfrm>
            <a:off x="10371582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5" name="gasDot177"/>
          <p:cNvSpPr/>
          <p:nvPr/>
        </p:nvSpPr>
        <p:spPr>
          <a:xfrm>
            <a:off x="10568178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6" name="gasDot178"/>
          <p:cNvSpPr/>
          <p:nvPr/>
        </p:nvSpPr>
        <p:spPr>
          <a:xfrm>
            <a:off x="10764774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7" name="gasDot179"/>
          <p:cNvSpPr/>
          <p:nvPr/>
        </p:nvSpPr>
        <p:spPr>
          <a:xfrm>
            <a:off x="10961370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8" name="gasDot180"/>
          <p:cNvSpPr/>
          <p:nvPr/>
        </p:nvSpPr>
        <p:spPr>
          <a:xfrm>
            <a:off x="7226046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9" name="gasDot181"/>
          <p:cNvSpPr/>
          <p:nvPr/>
        </p:nvSpPr>
        <p:spPr>
          <a:xfrm>
            <a:off x="7422642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0" name="gasDot182"/>
          <p:cNvSpPr/>
          <p:nvPr/>
        </p:nvSpPr>
        <p:spPr>
          <a:xfrm>
            <a:off x="7619238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1" name="gasDot183"/>
          <p:cNvSpPr/>
          <p:nvPr/>
        </p:nvSpPr>
        <p:spPr>
          <a:xfrm>
            <a:off x="7815834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2" name="gasDot184"/>
          <p:cNvSpPr/>
          <p:nvPr/>
        </p:nvSpPr>
        <p:spPr>
          <a:xfrm>
            <a:off x="8012430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3" name="gasDot185"/>
          <p:cNvSpPr/>
          <p:nvPr/>
        </p:nvSpPr>
        <p:spPr>
          <a:xfrm>
            <a:off x="8209026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4" name="gasDot186"/>
          <p:cNvSpPr/>
          <p:nvPr/>
        </p:nvSpPr>
        <p:spPr>
          <a:xfrm>
            <a:off x="8405622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5" name="gasDot187"/>
          <p:cNvSpPr/>
          <p:nvPr/>
        </p:nvSpPr>
        <p:spPr>
          <a:xfrm>
            <a:off x="8602218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6" name="gasDot188"/>
          <p:cNvSpPr/>
          <p:nvPr/>
        </p:nvSpPr>
        <p:spPr>
          <a:xfrm>
            <a:off x="8798814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7" name="gasDot189"/>
          <p:cNvSpPr/>
          <p:nvPr/>
        </p:nvSpPr>
        <p:spPr>
          <a:xfrm>
            <a:off x="8995410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8" name="gasDot190"/>
          <p:cNvSpPr/>
          <p:nvPr/>
        </p:nvSpPr>
        <p:spPr>
          <a:xfrm>
            <a:off x="9192006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9" name="gasDot191"/>
          <p:cNvSpPr/>
          <p:nvPr/>
        </p:nvSpPr>
        <p:spPr>
          <a:xfrm>
            <a:off x="9388602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0" name="gasDot192"/>
          <p:cNvSpPr/>
          <p:nvPr/>
        </p:nvSpPr>
        <p:spPr>
          <a:xfrm>
            <a:off x="9585198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1" name="gasDot193"/>
          <p:cNvSpPr/>
          <p:nvPr/>
        </p:nvSpPr>
        <p:spPr>
          <a:xfrm>
            <a:off x="9781794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2" name="gasDot194"/>
          <p:cNvSpPr/>
          <p:nvPr/>
        </p:nvSpPr>
        <p:spPr>
          <a:xfrm>
            <a:off x="9978390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3" name="gasDot195"/>
          <p:cNvSpPr/>
          <p:nvPr/>
        </p:nvSpPr>
        <p:spPr>
          <a:xfrm>
            <a:off x="10174986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4" name="gasDot196"/>
          <p:cNvSpPr/>
          <p:nvPr/>
        </p:nvSpPr>
        <p:spPr>
          <a:xfrm>
            <a:off x="10371582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5" name="gasDot197"/>
          <p:cNvSpPr/>
          <p:nvPr/>
        </p:nvSpPr>
        <p:spPr>
          <a:xfrm>
            <a:off x="10568178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6" name="gasDot198"/>
          <p:cNvSpPr/>
          <p:nvPr/>
        </p:nvSpPr>
        <p:spPr>
          <a:xfrm>
            <a:off x="10764774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7" name="gasDot199"/>
          <p:cNvSpPr/>
          <p:nvPr/>
        </p:nvSpPr>
        <p:spPr>
          <a:xfrm>
            <a:off x="10961370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8" name="evChip"/>
          <p:cNvSpPr txBox="1"/>
          <p:nvPr/>
        </p:nvSpPr>
        <p:spPr>
          <a:xfrm>
            <a:off x="7196328" y="4434840"/>
            <a:ext cx="1188720" cy="438912"/>
          </a:xfrm>
          <a:prstGeom prst="roundRect">
            <a:avLst>
              <a:gd name="adj" fmla="val 41667"/>
            </a:avLst>
          </a:prstGeom>
          <a:solidFill>
            <a:srgbClr val="2FA35F"/>
          </a:solidFill>
          <a:ln>
            <a:solidFill>
              <a:srgbClr val="2FA3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电动车</a:t>
            </a:r>
            <a:endParaRPr lang="en-US" sz="1800" dirty="0"/>
          </a:p>
        </p:txBody>
      </p:sp>
      <p:sp>
        <p:nvSpPr>
          <p:cNvPr id="209" name="evFew"/>
          <p:cNvSpPr txBox="1"/>
          <p:nvPr/>
        </p:nvSpPr>
        <p:spPr>
          <a:xfrm>
            <a:off x="8531352" y="443484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A35F"/>
                </a:solidFill>
              </a:rPr>
              <a:t>零件少少的</a:t>
            </a:r>
            <a:endParaRPr lang="en-US" sz="2200" dirty="0"/>
          </a:p>
        </p:txBody>
      </p:sp>
      <p:sp>
        <p:nvSpPr>
          <p:cNvPr id="210" name="evDot0"/>
          <p:cNvSpPr/>
          <p:nvPr/>
        </p:nvSpPr>
        <p:spPr>
          <a:xfrm>
            <a:off x="10424160" y="4572000"/>
            <a:ext cx="182880" cy="182880"/>
          </a:xfrm>
          <a:prstGeom prst="ellipse">
            <a:avLst/>
          </a:prstGeom>
          <a:solidFill>
            <a:srgbClr val="2FA35F"/>
          </a:solidFill>
          <a:ln w="12700">
            <a:solidFill>
              <a:srgbClr val="2FA35F"/>
            </a:solidFill>
            <a:prstDash val="solid"/>
          </a:ln>
        </p:spPr>
      </p:sp>
      <p:sp>
        <p:nvSpPr>
          <p:cNvPr id="211" name="evDot1"/>
          <p:cNvSpPr/>
          <p:nvPr/>
        </p:nvSpPr>
        <p:spPr>
          <a:xfrm>
            <a:off x="10716768" y="4572000"/>
            <a:ext cx="182880" cy="182880"/>
          </a:xfrm>
          <a:prstGeom prst="ellipse">
            <a:avLst/>
          </a:prstGeom>
          <a:solidFill>
            <a:srgbClr val="2FA35F"/>
          </a:solidFill>
          <a:ln w="12700">
            <a:solidFill>
              <a:srgbClr val="2FA35F"/>
            </a:solidFill>
            <a:prstDash val="solid"/>
          </a:ln>
        </p:spPr>
      </p:sp>
      <p:sp>
        <p:nvSpPr>
          <p:cNvPr id="212" name="takeaway"/>
          <p:cNvSpPr txBox="1"/>
          <p:nvPr/>
        </p:nvSpPr>
        <p:spPr>
          <a:xfrm>
            <a:off x="859536" y="5394960"/>
            <a:ext cx="10469880" cy="822960"/>
          </a:xfrm>
          <a:prstGeom prst="roundRect">
            <a:avLst>
              <a:gd name="adj" fmla="val 24444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3B30"/>
                </a:solidFill>
              </a:rPr>
              <a:t>零件少，就不容易坏！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在中国，新能源车越来越多！</a:t>
            </a:r>
            <a:endParaRPr lang="en-US" sz="3200" dirty="0"/>
          </a:p>
        </p:txBody>
      </p:sp>
      <p:sp>
        <p:nvSpPr>
          <p:cNvPr id="3" name="hint"/>
          <p:cNvSpPr txBox="1"/>
          <p:nvPr/>
        </p:nvSpPr>
        <p:spPr>
          <a:xfrm>
            <a:off x="859536" y="14173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3B30"/>
                </a:solidFill>
              </a:rPr>
              <a:t>每 10 辆新车里，</a:t>
            </a:r>
            <a:pPr indent="0" marL="0">
              <a:buNone/>
            </a:pPr>
            <a:r>
              <a:rPr lang="en-US" sz="2200" b="1" dirty="0">
                <a:solidFill>
                  <a:srgbClr val="2FA35F"/>
                </a:solidFill>
              </a:rPr>
              <a:t>绿色的</a:t>
            </a:r>
            <a:pPr indent="0" marL="0">
              <a:buNone/>
            </a:pPr>
            <a:r>
              <a:rPr lang="en-US" sz="2200" dirty="0">
                <a:solidFill>
                  <a:srgbClr val="4A3B30"/>
                </a:solidFill>
              </a:rPr>
              <a:t>是新能源车</a:t>
            </a:r>
            <a:endParaRPr lang="en-US" sz="2200" dirty="0"/>
          </a:p>
        </p:txBody>
      </p:sp>
      <p:sp>
        <p:nvSpPr>
          <p:cNvPr id="4" name="year0"/>
          <p:cNvSpPr txBox="1"/>
          <p:nvPr/>
        </p:nvSpPr>
        <p:spPr>
          <a:xfrm>
            <a:off x="859536" y="2049170"/>
            <a:ext cx="1280160" cy="512064"/>
          </a:xfrm>
          <a:prstGeom prst="roundRect">
            <a:avLst>
              <a:gd name="adj" fmla="val 35714"/>
            </a:avLst>
          </a:prstGeom>
          <a:solidFill>
            <a:srgbClr val="A0582E"/>
          </a:solidFill>
          <a:ln>
            <a:solidFill>
              <a:srgbClr val="A05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2021 年</a:t>
            </a:r>
            <a:endParaRPr lang="en-US" sz="2000" dirty="0"/>
          </a:p>
        </p:txBody>
      </p:sp>
      <p:pic>
        <p:nvPicPr>
          <p:cNvPr id="5" name="car0_0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2103120"/>
            <a:ext cx="713232" cy="404165"/>
          </a:xfrm>
          <a:prstGeom prst="rect">
            <a:avLst/>
          </a:prstGeom>
        </p:spPr>
      </p:pic>
      <p:pic>
        <p:nvPicPr>
          <p:cNvPr id="6" name="car0_1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2103120"/>
            <a:ext cx="713232" cy="404165"/>
          </a:xfrm>
          <a:prstGeom prst="rect">
            <a:avLst/>
          </a:prstGeom>
        </p:spPr>
      </p:pic>
      <p:pic>
        <p:nvPicPr>
          <p:cNvPr id="7" name="car0_2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784" y="2103120"/>
            <a:ext cx="713232" cy="404165"/>
          </a:xfrm>
          <a:prstGeom prst="rect">
            <a:avLst/>
          </a:prstGeom>
        </p:spPr>
      </p:pic>
      <p:pic>
        <p:nvPicPr>
          <p:cNvPr id="8" name="car0_3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2103120"/>
            <a:ext cx="713232" cy="404165"/>
          </a:xfrm>
          <a:prstGeom prst="rect">
            <a:avLst/>
          </a:prstGeom>
        </p:spPr>
      </p:pic>
      <p:pic>
        <p:nvPicPr>
          <p:cNvPr id="9" name="car0_4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6128" y="2103120"/>
            <a:ext cx="713232" cy="404165"/>
          </a:xfrm>
          <a:prstGeom prst="rect">
            <a:avLst/>
          </a:prstGeom>
        </p:spPr>
      </p:pic>
      <p:pic>
        <p:nvPicPr>
          <p:cNvPr id="10" name="car0_5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2103120"/>
            <a:ext cx="713232" cy="404165"/>
          </a:xfrm>
          <a:prstGeom prst="rect">
            <a:avLst/>
          </a:prstGeom>
        </p:spPr>
      </p:pic>
      <p:pic>
        <p:nvPicPr>
          <p:cNvPr id="11" name="car0_6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5472" y="2103120"/>
            <a:ext cx="713232" cy="404165"/>
          </a:xfrm>
          <a:prstGeom prst="rect">
            <a:avLst/>
          </a:prstGeom>
        </p:spPr>
      </p:pic>
      <p:pic>
        <p:nvPicPr>
          <p:cNvPr id="12" name="car0_7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0144" y="2103120"/>
            <a:ext cx="713232" cy="404165"/>
          </a:xfrm>
          <a:prstGeom prst="rect">
            <a:avLst/>
          </a:prstGeom>
        </p:spPr>
      </p:pic>
      <p:pic>
        <p:nvPicPr>
          <p:cNvPr id="13" name="car0_8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14816" y="2103120"/>
            <a:ext cx="713232" cy="404165"/>
          </a:xfrm>
          <a:prstGeom prst="rect">
            <a:avLst/>
          </a:prstGeom>
        </p:spPr>
      </p:pic>
      <p:pic>
        <p:nvPicPr>
          <p:cNvPr id="14" name="car0_9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19488" y="2103120"/>
            <a:ext cx="713232" cy="404165"/>
          </a:xfrm>
          <a:prstGeom prst="rect">
            <a:avLst/>
          </a:prstGeom>
        </p:spPr>
      </p:pic>
      <p:sp>
        <p:nvSpPr>
          <p:cNvPr id="15" name="count0"/>
          <p:cNvSpPr txBox="1"/>
          <p:nvPr/>
        </p:nvSpPr>
        <p:spPr>
          <a:xfrm>
            <a:off x="10561320" y="2011680"/>
            <a:ext cx="1097280" cy="587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A35F"/>
                </a:solidFill>
              </a:rPr>
              <a:t>1</a:t>
            </a:r>
            <a:pPr indent="0" marL="0">
              <a:buNone/>
            </a:pPr>
            <a:r>
              <a:rPr lang="en-US" sz="2200" b="1" dirty="0">
                <a:solidFill>
                  <a:srgbClr val="4A3B30"/>
                </a:solidFill>
              </a:rPr>
              <a:t> 辆</a:t>
            </a:r>
            <a:endParaRPr lang="en-US" sz="3600" dirty="0"/>
          </a:p>
        </p:txBody>
      </p:sp>
      <p:sp>
        <p:nvSpPr>
          <p:cNvPr id="16" name="year1"/>
          <p:cNvSpPr txBox="1"/>
          <p:nvPr/>
        </p:nvSpPr>
        <p:spPr>
          <a:xfrm>
            <a:off x="859536" y="3009290"/>
            <a:ext cx="1280160" cy="512064"/>
          </a:xfrm>
          <a:prstGeom prst="roundRect">
            <a:avLst>
              <a:gd name="adj" fmla="val 35714"/>
            </a:avLst>
          </a:prstGeom>
          <a:solidFill>
            <a:srgbClr val="A0582E"/>
          </a:solidFill>
          <a:ln>
            <a:solidFill>
              <a:srgbClr val="A05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2023 年</a:t>
            </a:r>
            <a:endParaRPr lang="en-US" sz="2000" dirty="0"/>
          </a:p>
        </p:txBody>
      </p:sp>
      <p:pic>
        <p:nvPicPr>
          <p:cNvPr id="17" name="car1_0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77440" y="3063240"/>
            <a:ext cx="713232" cy="404165"/>
          </a:xfrm>
          <a:prstGeom prst="rect">
            <a:avLst/>
          </a:prstGeom>
        </p:spPr>
      </p:pic>
      <p:pic>
        <p:nvPicPr>
          <p:cNvPr id="18" name="car1_1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82112" y="3063240"/>
            <a:ext cx="713232" cy="404165"/>
          </a:xfrm>
          <a:prstGeom prst="rect">
            <a:avLst/>
          </a:prstGeom>
        </p:spPr>
      </p:pic>
      <p:pic>
        <p:nvPicPr>
          <p:cNvPr id="19" name="car1_2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86784" y="3063240"/>
            <a:ext cx="713232" cy="404165"/>
          </a:xfrm>
          <a:prstGeom prst="rect">
            <a:avLst/>
          </a:prstGeom>
        </p:spPr>
      </p:pic>
      <p:pic>
        <p:nvPicPr>
          <p:cNvPr id="20" name="car1_3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91456" y="3063240"/>
            <a:ext cx="713232" cy="404165"/>
          </a:xfrm>
          <a:prstGeom prst="rect">
            <a:avLst/>
          </a:prstGeom>
        </p:spPr>
      </p:pic>
      <p:pic>
        <p:nvPicPr>
          <p:cNvPr id="21" name="car1_4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96128" y="3063240"/>
            <a:ext cx="713232" cy="404165"/>
          </a:xfrm>
          <a:prstGeom prst="rect">
            <a:avLst/>
          </a:prstGeom>
        </p:spPr>
      </p:pic>
      <p:pic>
        <p:nvPicPr>
          <p:cNvPr id="22" name="car1_5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3063240"/>
            <a:ext cx="713232" cy="404165"/>
          </a:xfrm>
          <a:prstGeom prst="rect">
            <a:avLst/>
          </a:prstGeom>
        </p:spPr>
      </p:pic>
      <p:pic>
        <p:nvPicPr>
          <p:cNvPr id="23" name="car1_6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05472" y="3063240"/>
            <a:ext cx="713232" cy="404165"/>
          </a:xfrm>
          <a:prstGeom prst="rect">
            <a:avLst/>
          </a:prstGeom>
        </p:spPr>
      </p:pic>
      <p:pic>
        <p:nvPicPr>
          <p:cNvPr id="24" name="car1_7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10144" y="3063240"/>
            <a:ext cx="713232" cy="404165"/>
          </a:xfrm>
          <a:prstGeom prst="rect">
            <a:avLst/>
          </a:prstGeom>
        </p:spPr>
      </p:pic>
      <p:pic>
        <p:nvPicPr>
          <p:cNvPr id="25" name="car1_8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14816" y="3063240"/>
            <a:ext cx="713232" cy="404165"/>
          </a:xfrm>
          <a:prstGeom prst="rect">
            <a:avLst/>
          </a:prstGeom>
        </p:spPr>
      </p:pic>
      <p:pic>
        <p:nvPicPr>
          <p:cNvPr id="26" name="car1_9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19488" y="3063240"/>
            <a:ext cx="713232" cy="404165"/>
          </a:xfrm>
          <a:prstGeom prst="rect">
            <a:avLst/>
          </a:prstGeom>
        </p:spPr>
      </p:pic>
      <p:sp>
        <p:nvSpPr>
          <p:cNvPr id="27" name="count1"/>
          <p:cNvSpPr txBox="1"/>
          <p:nvPr/>
        </p:nvSpPr>
        <p:spPr>
          <a:xfrm>
            <a:off x="10561320" y="2971800"/>
            <a:ext cx="1097280" cy="587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A35F"/>
                </a:solidFill>
              </a:rPr>
              <a:t>3</a:t>
            </a:r>
            <a:pPr indent="0" marL="0">
              <a:buNone/>
            </a:pPr>
            <a:r>
              <a:rPr lang="en-US" sz="2200" b="1" dirty="0">
                <a:solidFill>
                  <a:srgbClr val="4A3B30"/>
                </a:solidFill>
              </a:rPr>
              <a:t> 辆</a:t>
            </a:r>
            <a:endParaRPr lang="en-US" sz="3600" dirty="0"/>
          </a:p>
        </p:txBody>
      </p:sp>
      <p:sp>
        <p:nvSpPr>
          <p:cNvPr id="28" name="year2"/>
          <p:cNvSpPr txBox="1"/>
          <p:nvPr/>
        </p:nvSpPr>
        <p:spPr>
          <a:xfrm>
            <a:off x="859536" y="3969410"/>
            <a:ext cx="1280160" cy="512064"/>
          </a:xfrm>
          <a:prstGeom prst="roundRect">
            <a:avLst>
              <a:gd name="adj" fmla="val 35714"/>
            </a:avLst>
          </a:prstGeom>
          <a:solidFill>
            <a:srgbClr val="A0582E"/>
          </a:solidFill>
          <a:ln>
            <a:solidFill>
              <a:srgbClr val="A05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2025 年</a:t>
            </a:r>
            <a:endParaRPr lang="en-US" sz="2000" dirty="0"/>
          </a:p>
        </p:txBody>
      </p:sp>
      <p:pic>
        <p:nvPicPr>
          <p:cNvPr id="29" name="car2_0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377440" y="4023360"/>
            <a:ext cx="713232" cy="404165"/>
          </a:xfrm>
          <a:prstGeom prst="rect">
            <a:avLst/>
          </a:prstGeom>
        </p:spPr>
      </p:pic>
      <p:pic>
        <p:nvPicPr>
          <p:cNvPr id="30" name="car2_1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182112" y="4023360"/>
            <a:ext cx="713232" cy="404165"/>
          </a:xfrm>
          <a:prstGeom prst="rect">
            <a:avLst/>
          </a:prstGeom>
        </p:spPr>
      </p:pic>
      <p:pic>
        <p:nvPicPr>
          <p:cNvPr id="31" name="car2_2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86784" y="4023360"/>
            <a:ext cx="713232" cy="404165"/>
          </a:xfrm>
          <a:prstGeom prst="rect">
            <a:avLst/>
          </a:prstGeom>
        </p:spPr>
      </p:pic>
      <p:pic>
        <p:nvPicPr>
          <p:cNvPr id="32" name="car2_3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791456" y="4023360"/>
            <a:ext cx="713232" cy="404165"/>
          </a:xfrm>
          <a:prstGeom prst="rect">
            <a:avLst/>
          </a:prstGeom>
        </p:spPr>
      </p:pic>
      <p:pic>
        <p:nvPicPr>
          <p:cNvPr id="33" name="car2_4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596128" y="4023360"/>
            <a:ext cx="713232" cy="404165"/>
          </a:xfrm>
          <a:prstGeom prst="rect">
            <a:avLst/>
          </a:prstGeom>
        </p:spPr>
      </p:pic>
      <p:pic>
        <p:nvPicPr>
          <p:cNvPr id="34" name="car2_5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00800" y="4023360"/>
            <a:ext cx="713232" cy="404165"/>
          </a:xfrm>
          <a:prstGeom prst="rect">
            <a:avLst/>
          </a:prstGeom>
        </p:spPr>
      </p:pic>
      <p:pic>
        <p:nvPicPr>
          <p:cNvPr id="35" name="car2_6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205472" y="4023360"/>
            <a:ext cx="713232" cy="404165"/>
          </a:xfrm>
          <a:prstGeom prst="rect">
            <a:avLst/>
          </a:prstGeom>
        </p:spPr>
      </p:pic>
      <p:pic>
        <p:nvPicPr>
          <p:cNvPr id="36" name="car2_7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010144" y="4023360"/>
            <a:ext cx="713232" cy="404165"/>
          </a:xfrm>
          <a:prstGeom prst="rect">
            <a:avLst/>
          </a:prstGeom>
        </p:spPr>
      </p:pic>
      <p:pic>
        <p:nvPicPr>
          <p:cNvPr id="37" name="car2_8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814816" y="4023360"/>
            <a:ext cx="713232" cy="404165"/>
          </a:xfrm>
          <a:prstGeom prst="rect">
            <a:avLst/>
          </a:prstGeom>
        </p:spPr>
      </p:pic>
      <p:pic>
        <p:nvPicPr>
          <p:cNvPr id="38" name="car2_9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619488" y="4023360"/>
            <a:ext cx="713232" cy="404165"/>
          </a:xfrm>
          <a:prstGeom prst="rect">
            <a:avLst/>
          </a:prstGeom>
        </p:spPr>
      </p:pic>
      <p:sp>
        <p:nvSpPr>
          <p:cNvPr id="39" name="count2"/>
          <p:cNvSpPr txBox="1"/>
          <p:nvPr/>
        </p:nvSpPr>
        <p:spPr>
          <a:xfrm>
            <a:off x="10561320" y="3931920"/>
            <a:ext cx="1097280" cy="587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A35F"/>
                </a:solidFill>
              </a:rPr>
              <a:t>5</a:t>
            </a:r>
            <a:pPr indent="0" marL="0">
              <a:buNone/>
            </a:pPr>
            <a:r>
              <a:rPr lang="en-US" sz="2200" b="1" dirty="0">
                <a:solidFill>
                  <a:srgbClr val="4A3B30"/>
                </a:solidFill>
              </a:rPr>
              <a:t> 辆</a:t>
            </a:r>
            <a:endParaRPr lang="en-US" sz="3600" dirty="0"/>
          </a:p>
        </p:txBody>
      </p:sp>
      <p:sp>
        <p:nvSpPr>
          <p:cNvPr id="40" name="takeaway"/>
          <p:cNvSpPr txBox="1"/>
          <p:nvPr/>
        </p:nvSpPr>
        <p:spPr>
          <a:xfrm>
            <a:off x="859536" y="5166360"/>
            <a:ext cx="10469880" cy="1005840"/>
          </a:xfrm>
          <a:prstGeom prst="roundRect">
            <a:avLst>
              <a:gd name="adj" fmla="val 20000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3B30"/>
                </a:solidFill>
              </a:rPr>
              <a:t>绿色的车，越来越多啦！</a:t>
            </a:r>
            <a:endParaRPr 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卖到全世界，帮地球种树！</a:t>
            </a:r>
            <a:endParaRPr lang="en-US" sz="3200" dirty="0"/>
          </a:p>
        </p:txBody>
      </p:sp>
      <p:sp>
        <p:nvSpPr>
          <p:cNvPr id="3" name="exportPanel"/>
          <p:cNvSpPr/>
          <p:nvPr/>
        </p:nvSpPr>
        <p:spPr>
          <a:xfrm>
            <a:off x="859536" y="1417320"/>
            <a:ext cx="4937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exportTitle"/>
          <p:cNvSpPr txBox="1"/>
          <p:nvPr/>
        </p:nvSpPr>
        <p:spPr>
          <a:xfrm>
            <a:off x="1060704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A35F"/>
                </a:solidFill>
              </a:rPr>
              <a:t>卖到外国的新能源车</a:t>
            </a:r>
            <a:endParaRPr lang="en-US" sz="2200" dirty="0"/>
          </a:p>
        </p:txBody>
      </p:sp>
      <p:graphicFrame>
        <p:nvGraphicFramePr>
          <p:cNvPr id="5" name="exportChart" descr=""/>
          <p:cNvGraphicFramePr/>
          <p:nvPr/>
        </p:nvGraphicFramePr>
        <p:xfrm>
          <a:off x="950976" y="205740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reePanel"/>
          <p:cNvSpPr/>
          <p:nvPr/>
        </p:nvSpPr>
        <p:spPr>
          <a:xfrm>
            <a:off x="6035040" y="1417320"/>
            <a:ext cx="5294376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oneCar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72768"/>
            <a:ext cx="914400" cy="518160"/>
          </a:xfrm>
          <a:prstGeom prst="rect">
            <a:avLst/>
          </a:prstGeom>
        </p:spPr>
      </p:pic>
      <p:sp>
        <p:nvSpPr>
          <p:cNvPr id="8" name="equation"/>
          <p:cNvSpPr txBox="1"/>
          <p:nvPr/>
        </p:nvSpPr>
        <p:spPr>
          <a:xfrm>
            <a:off x="7269480" y="153619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3B30"/>
                </a:solidFill>
              </a:rPr>
              <a:t>1 辆新能源车 ≈ </a:t>
            </a:r>
            <a:pPr indent="0" marL="0">
              <a:buNone/>
            </a:pPr>
            <a:r>
              <a:rPr lang="en-US" sz="2600" b="1" dirty="0">
                <a:solidFill>
                  <a:srgbClr val="2FA35F"/>
                </a:solidFill>
              </a:rPr>
              <a:t>50 棵树</a:t>
            </a:r>
            <a:endParaRPr lang="en-US" sz="2200" dirty="0"/>
          </a:p>
        </p:txBody>
      </p:sp>
      <p:pic>
        <p:nvPicPr>
          <p:cNvPr id="9" name="tree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388" y="2286000"/>
            <a:ext cx="347472" cy="416966"/>
          </a:xfrm>
          <a:prstGeom prst="rect">
            <a:avLst/>
          </a:prstGeom>
        </p:spPr>
      </p:pic>
      <p:pic>
        <p:nvPicPr>
          <p:cNvPr id="10" name="tree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2286000"/>
            <a:ext cx="347472" cy="416966"/>
          </a:xfrm>
          <a:prstGeom prst="rect">
            <a:avLst/>
          </a:prstGeom>
        </p:spPr>
      </p:pic>
      <p:pic>
        <p:nvPicPr>
          <p:cNvPr id="11" name="tree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1212" y="2286000"/>
            <a:ext cx="347472" cy="416966"/>
          </a:xfrm>
          <a:prstGeom prst="rect">
            <a:avLst/>
          </a:prstGeom>
        </p:spPr>
      </p:pic>
      <p:pic>
        <p:nvPicPr>
          <p:cNvPr id="12" name="tree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0124" y="2286000"/>
            <a:ext cx="347472" cy="416966"/>
          </a:xfrm>
          <a:prstGeom prst="rect">
            <a:avLst/>
          </a:prstGeom>
        </p:spPr>
      </p:pic>
      <p:pic>
        <p:nvPicPr>
          <p:cNvPr id="13" name="tree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9036" y="2286000"/>
            <a:ext cx="347472" cy="416966"/>
          </a:xfrm>
          <a:prstGeom prst="rect">
            <a:avLst/>
          </a:prstGeom>
        </p:spPr>
      </p:pic>
      <p:pic>
        <p:nvPicPr>
          <p:cNvPr id="14" name="tree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27948" y="2286000"/>
            <a:ext cx="347472" cy="416966"/>
          </a:xfrm>
          <a:prstGeom prst="rect">
            <a:avLst/>
          </a:prstGeom>
        </p:spPr>
      </p:pic>
      <p:pic>
        <p:nvPicPr>
          <p:cNvPr id="15" name="tree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66860" y="2286000"/>
            <a:ext cx="347472" cy="416966"/>
          </a:xfrm>
          <a:prstGeom prst="rect">
            <a:avLst/>
          </a:prstGeom>
        </p:spPr>
      </p:pic>
      <p:pic>
        <p:nvPicPr>
          <p:cNvPr id="16" name="tree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05772" y="2286000"/>
            <a:ext cx="347472" cy="416966"/>
          </a:xfrm>
          <a:prstGeom prst="rect">
            <a:avLst/>
          </a:prstGeom>
        </p:spPr>
      </p:pic>
      <p:pic>
        <p:nvPicPr>
          <p:cNvPr id="17" name="tree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44684" y="2286000"/>
            <a:ext cx="347472" cy="416966"/>
          </a:xfrm>
          <a:prstGeom prst="rect">
            <a:avLst/>
          </a:prstGeom>
        </p:spPr>
      </p:pic>
      <p:pic>
        <p:nvPicPr>
          <p:cNvPr id="18" name="tree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83596" y="2286000"/>
            <a:ext cx="347472" cy="416966"/>
          </a:xfrm>
          <a:prstGeom prst="rect">
            <a:avLst/>
          </a:prstGeom>
        </p:spPr>
      </p:pic>
      <p:pic>
        <p:nvPicPr>
          <p:cNvPr id="19" name="tree1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33388" y="2721254"/>
            <a:ext cx="347472" cy="416966"/>
          </a:xfrm>
          <a:prstGeom prst="rect">
            <a:avLst/>
          </a:prstGeom>
        </p:spPr>
      </p:pic>
      <p:pic>
        <p:nvPicPr>
          <p:cNvPr id="20" name="tree1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72300" y="2721254"/>
            <a:ext cx="347472" cy="416966"/>
          </a:xfrm>
          <a:prstGeom prst="rect">
            <a:avLst/>
          </a:prstGeom>
        </p:spPr>
      </p:pic>
      <p:pic>
        <p:nvPicPr>
          <p:cNvPr id="21" name="tree1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11212" y="2721254"/>
            <a:ext cx="347472" cy="416966"/>
          </a:xfrm>
          <a:prstGeom prst="rect">
            <a:avLst/>
          </a:prstGeom>
        </p:spPr>
      </p:pic>
      <p:pic>
        <p:nvPicPr>
          <p:cNvPr id="22" name="tree1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50124" y="2721254"/>
            <a:ext cx="347472" cy="416966"/>
          </a:xfrm>
          <a:prstGeom prst="rect">
            <a:avLst/>
          </a:prstGeom>
        </p:spPr>
      </p:pic>
      <p:pic>
        <p:nvPicPr>
          <p:cNvPr id="23" name="tree1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89036" y="2721254"/>
            <a:ext cx="347472" cy="416966"/>
          </a:xfrm>
          <a:prstGeom prst="rect">
            <a:avLst/>
          </a:prstGeom>
        </p:spPr>
      </p:pic>
      <p:pic>
        <p:nvPicPr>
          <p:cNvPr id="24" name="tree1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27948" y="2721254"/>
            <a:ext cx="347472" cy="416966"/>
          </a:xfrm>
          <a:prstGeom prst="rect">
            <a:avLst/>
          </a:prstGeom>
        </p:spPr>
      </p:pic>
      <p:pic>
        <p:nvPicPr>
          <p:cNvPr id="25" name="tree1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66860" y="2721254"/>
            <a:ext cx="347472" cy="416966"/>
          </a:xfrm>
          <a:prstGeom prst="rect">
            <a:avLst/>
          </a:prstGeom>
        </p:spPr>
      </p:pic>
      <p:pic>
        <p:nvPicPr>
          <p:cNvPr id="26" name="tree1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05772" y="2721254"/>
            <a:ext cx="347472" cy="416966"/>
          </a:xfrm>
          <a:prstGeom prst="rect">
            <a:avLst/>
          </a:prstGeom>
        </p:spPr>
      </p:pic>
      <p:pic>
        <p:nvPicPr>
          <p:cNvPr id="27" name="tree1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044684" y="2721254"/>
            <a:ext cx="347472" cy="416966"/>
          </a:xfrm>
          <a:prstGeom prst="rect">
            <a:avLst/>
          </a:prstGeom>
        </p:spPr>
      </p:pic>
      <p:pic>
        <p:nvPicPr>
          <p:cNvPr id="28" name="tree1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483596" y="2721254"/>
            <a:ext cx="347472" cy="416966"/>
          </a:xfrm>
          <a:prstGeom prst="rect">
            <a:avLst/>
          </a:prstGeom>
        </p:spPr>
      </p:pic>
      <p:pic>
        <p:nvPicPr>
          <p:cNvPr id="29" name="tree2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33388" y="3156509"/>
            <a:ext cx="347472" cy="416966"/>
          </a:xfrm>
          <a:prstGeom prst="rect">
            <a:avLst/>
          </a:prstGeom>
        </p:spPr>
      </p:pic>
      <p:pic>
        <p:nvPicPr>
          <p:cNvPr id="30" name="tree2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972300" y="3156509"/>
            <a:ext cx="347472" cy="416966"/>
          </a:xfrm>
          <a:prstGeom prst="rect">
            <a:avLst/>
          </a:prstGeom>
        </p:spPr>
      </p:pic>
      <p:pic>
        <p:nvPicPr>
          <p:cNvPr id="31" name="tree2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11212" y="3156509"/>
            <a:ext cx="347472" cy="416966"/>
          </a:xfrm>
          <a:prstGeom prst="rect">
            <a:avLst/>
          </a:prstGeom>
        </p:spPr>
      </p:pic>
      <p:pic>
        <p:nvPicPr>
          <p:cNvPr id="32" name="tree2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850124" y="3156509"/>
            <a:ext cx="347472" cy="416966"/>
          </a:xfrm>
          <a:prstGeom prst="rect">
            <a:avLst/>
          </a:prstGeom>
        </p:spPr>
      </p:pic>
      <p:pic>
        <p:nvPicPr>
          <p:cNvPr id="33" name="tree2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289036" y="3156509"/>
            <a:ext cx="347472" cy="416966"/>
          </a:xfrm>
          <a:prstGeom prst="rect">
            <a:avLst/>
          </a:prstGeom>
        </p:spPr>
      </p:pic>
      <p:pic>
        <p:nvPicPr>
          <p:cNvPr id="34" name="tree2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727948" y="3156509"/>
            <a:ext cx="347472" cy="416966"/>
          </a:xfrm>
          <a:prstGeom prst="rect">
            <a:avLst/>
          </a:prstGeom>
        </p:spPr>
      </p:pic>
      <p:pic>
        <p:nvPicPr>
          <p:cNvPr id="35" name="tree2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166860" y="3156509"/>
            <a:ext cx="347472" cy="416966"/>
          </a:xfrm>
          <a:prstGeom prst="rect">
            <a:avLst/>
          </a:prstGeom>
        </p:spPr>
      </p:pic>
      <p:pic>
        <p:nvPicPr>
          <p:cNvPr id="36" name="tree2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605772" y="3156509"/>
            <a:ext cx="347472" cy="416966"/>
          </a:xfrm>
          <a:prstGeom prst="rect">
            <a:avLst/>
          </a:prstGeom>
        </p:spPr>
      </p:pic>
      <p:pic>
        <p:nvPicPr>
          <p:cNvPr id="37" name="tree2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044684" y="3156509"/>
            <a:ext cx="347472" cy="416966"/>
          </a:xfrm>
          <a:prstGeom prst="rect">
            <a:avLst/>
          </a:prstGeom>
        </p:spPr>
      </p:pic>
      <p:pic>
        <p:nvPicPr>
          <p:cNvPr id="38" name="tree2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483596" y="3156509"/>
            <a:ext cx="347472" cy="416966"/>
          </a:xfrm>
          <a:prstGeom prst="rect">
            <a:avLst/>
          </a:prstGeom>
        </p:spPr>
      </p:pic>
      <p:pic>
        <p:nvPicPr>
          <p:cNvPr id="39" name="tree3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533388" y="3591763"/>
            <a:ext cx="347472" cy="416966"/>
          </a:xfrm>
          <a:prstGeom prst="rect">
            <a:avLst/>
          </a:prstGeom>
        </p:spPr>
      </p:pic>
      <p:pic>
        <p:nvPicPr>
          <p:cNvPr id="40" name="tree3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972300" y="3591763"/>
            <a:ext cx="347472" cy="416966"/>
          </a:xfrm>
          <a:prstGeom prst="rect">
            <a:avLst/>
          </a:prstGeom>
        </p:spPr>
      </p:pic>
      <p:pic>
        <p:nvPicPr>
          <p:cNvPr id="41" name="tree3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411212" y="3591763"/>
            <a:ext cx="347472" cy="416966"/>
          </a:xfrm>
          <a:prstGeom prst="rect">
            <a:avLst/>
          </a:prstGeom>
        </p:spPr>
      </p:pic>
      <p:pic>
        <p:nvPicPr>
          <p:cNvPr id="42" name="tree3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850124" y="3591763"/>
            <a:ext cx="347472" cy="416966"/>
          </a:xfrm>
          <a:prstGeom prst="rect">
            <a:avLst/>
          </a:prstGeom>
        </p:spPr>
      </p:pic>
      <p:pic>
        <p:nvPicPr>
          <p:cNvPr id="43" name="tree3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289036" y="3591763"/>
            <a:ext cx="347472" cy="416966"/>
          </a:xfrm>
          <a:prstGeom prst="rect">
            <a:avLst/>
          </a:prstGeom>
        </p:spPr>
      </p:pic>
      <p:pic>
        <p:nvPicPr>
          <p:cNvPr id="44" name="tree3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727948" y="3591763"/>
            <a:ext cx="347472" cy="416966"/>
          </a:xfrm>
          <a:prstGeom prst="rect">
            <a:avLst/>
          </a:prstGeom>
        </p:spPr>
      </p:pic>
      <p:pic>
        <p:nvPicPr>
          <p:cNvPr id="45" name="tree3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166860" y="3591763"/>
            <a:ext cx="347472" cy="416966"/>
          </a:xfrm>
          <a:prstGeom prst="rect">
            <a:avLst/>
          </a:prstGeom>
        </p:spPr>
      </p:pic>
      <p:pic>
        <p:nvPicPr>
          <p:cNvPr id="46" name="tree3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605772" y="3591763"/>
            <a:ext cx="347472" cy="416966"/>
          </a:xfrm>
          <a:prstGeom prst="rect">
            <a:avLst/>
          </a:prstGeom>
        </p:spPr>
      </p:pic>
      <p:pic>
        <p:nvPicPr>
          <p:cNvPr id="47" name="tree3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0044684" y="3591763"/>
            <a:ext cx="347472" cy="416966"/>
          </a:xfrm>
          <a:prstGeom prst="rect">
            <a:avLst/>
          </a:prstGeom>
        </p:spPr>
      </p:pic>
      <p:pic>
        <p:nvPicPr>
          <p:cNvPr id="48" name="tree3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0483596" y="3591763"/>
            <a:ext cx="347472" cy="416966"/>
          </a:xfrm>
          <a:prstGeom prst="rect">
            <a:avLst/>
          </a:prstGeom>
        </p:spPr>
      </p:pic>
      <p:pic>
        <p:nvPicPr>
          <p:cNvPr id="49" name="tree4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533388" y="4027018"/>
            <a:ext cx="347472" cy="416966"/>
          </a:xfrm>
          <a:prstGeom prst="rect">
            <a:avLst/>
          </a:prstGeom>
        </p:spPr>
      </p:pic>
      <p:pic>
        <p:nvPicPr>
          <p:cNvPr id="50" name="tree4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972300" y="4027018"/>
            <a:ext cx="347472" cy="416966"/>
          </a:xfrm>
          <a:prstGeom prst="rect">
            <a:avLst/>
          </a:prstGeom>
        </p:spPr>
      </p:pic>
      <p:pic>
        <p:nvPicPr>
          <p:cNvPr id="51" name="tree4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411212" y="4027018"/>
            <a:ext cx="347472" cy="416966"/>
          </a:xfrm>
          <a:prstGeom prst="rect">
            <a:avLst/>
          </a:prstGeom>
        </p:spPr>
      </p:pic>
      <p:pic>
        <p:nvPicPr>
          <p:cNvPr id="52" name="tree4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850124" y="4027018"/>
            <a:ext cx="347472" cy="416966"/>
          </a:xfrm>
          <a:prstGeom prst="rect">
            <a:avLst/>
          </a:prstGeom>
        </p:spPr>
      </p:pic>
      <p:pic>
        <p:nvPicPr>
          <p:cNvPr id="53" name="tree4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8289036" y="4027018"/>
            <a:ext cx="347472" cy="416966"/>
          </a:xfrm>
          <a:prstGeom prst="rect">
            <a:avLst/>
          </a:prstGeom>
        </p:spPr>
      </p:pic>
      <p:pic>
        <p:nvPicPr>
          <p:cNvPr id="54" name="tree4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727948" y="4027018"/>
            <a:ext cx="347472" cy="416966"/>
          </a:xfrm>
          <a:prstGeom prst="rect">
            <a:avLst/>
          </a:prstGeom>
        </p:spPr>
      </p:pic>
      <p:pic>
        <p:nvPicPr>
          <p:cNvPr id="55" name="tree4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9166860" y="4027018"/>
            <a:ext cx="347472" cy="416966"/>
          </a:xfrm>
          <a:prstGeom prst="rect">
            <a:avLst/>
          </a:prstGeom>
        </p:spPr>
      </p:pic>
      <p:pic>
        <p:nvPicPr>
          <p:cNvPr id="56" name="tree4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9605772" y="4027018"/>
            <a:ext cx="347472" cy="416966"/>
          </a:xfrm>
          <a:prstGeom prst="rect">
            <a:avLst/>
          </a:prstGeom>
        </p:spPr>
      </p:pic>
      <p:pic>
        <p:nvPicPr>
          <p:cNvPr id="57" name="tree4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0044684" y="4027018"/>
            <a:ext cx="347472" cy="416966"/>
          </a:xfrm>
          <a:prstGeom prst="rect">
            <a:avLst/>
          </a:prstGeom>
        </p:spPr>
      </p:pic>
      <p:pic>
        <p:nvPicPr>
          <p:cNvPr id="58" name="tree4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0483596" y="4027018"/>
            <a:ext cx="347472" cy="416966"/>
          </a:xfrm>
          <a:prstGeom prst="rect">
            <a:avLst/>
          </a:prstGeom>
        </p:spPr>
      </p:pic>
      <p:sp>
        <p:nvSpPr>
          <p:cNvPr id="59" name="treeNote"/>
          <p:cNvSpPr txBox="1"/>
          <p:nvPr/>
        </p:nvSpPr>
        <p:spPr>
          <a:xfrm>
            <a:off x="6263640" y="46451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6A5C"/>
                </a:solidFill>
              </a:rPr>
              <a:t>车开一年少排的气，要 50 棵大树才吸得完</a:t>
            </a:r>
            <a:endParaRPr lang="en-US" sz="1600" dirty="0"/>
          </a:p>
        </p:txBody>
      </p:sp>
      <p:sp>
        <p:nvSpPr>
          <p:cNvPr id="60" name="takeaway"/>
          <p:cNvSpPr txBox="1"/>
          <p:nvPr/>
        </p:nvSpPr>
        <p:spPr>
          <a:xfrm>
            <a:off x="859536" y="5257800"/>
            <a:ext cx="10469880" cy="960120"/>
          </a:xfrm>
          <a:prstGeom prst="roundRect">
            <a:avLst>
              <a:gd name="adj" fmla="val 20952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3B30"/>
                </a:solidFill>
              </a:rPr>
              <a:t>2025 年卖到外国的新能源车，一年就像种了 1 亿多棵树！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ids Car Science">
  <a:themeElements>
    <a:clrScheme name="Kids Car Science">
      <a:dk1>
        <a:srgbClr val="4A3B30"/>
      </a:dk1>
      <a:lt1>
        <a:srgbClr val="FFFFFF"/>
      </a:lt1>
      <a:dk2>
        <a:srgbClr val="A0582E"/>
      </a:dk2>
      <a:lt2>
        <a:srgbClr val="FAF4E0"/>
      </a:lt2>
      <a:accent1>
        <a:srgbClr val="E8771A"/>
      </a:accent1>
      <a:accent2>
        <a:srgbClr val="2FA35F"/>
      </a:accent2>
      <a:accent3>
        <a:srgbClr val="F1E8DF"/>
      </a:accent3>
      <a:accent4>
        <a:srgbClr val="3D7BD9"/>
      </a:accent4>
      <a:accent5>
        <a:srgbClr val="C9C4BA"/>
      </a:accent5>
      <a:accent6>
        <a:srgbClr val="FDFBF4"/>
      </a:accent6>
      <a:hlink>
        <a:srgbClr val="3D7BD9"/>
      </a:hlink>
      <a:folHlink>
        <a:srgbClr val="6E5A9E"/>
      </a:folHlink>
    </a:clrScheme>
    <a:fontScheme name="Kids Car Scien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新能源车肚子里的秘密</dc:title>
  <dc:subject>PptxGenJS Presentation</dc:subject>
  <dc:creator>PptxGenJS</dc:creator>
  <cp:lastModifiedBy>PptxGenJS</cp:lastModifiedBy>
  <cp:revision>1</cp:revision>
  <dcterms:created xsi:type="dcterms:W3CDTF">2026-10-21T08:00:10Z</dcterms:created>
  <dcterms:modified xsi:type="dcterms:W3CDTF">2026-10-21T08:00:10Z</dcterms:modified>
</cp:coreProperties>
</file>